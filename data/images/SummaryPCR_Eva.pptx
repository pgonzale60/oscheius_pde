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47"/>
    <p:restoredTop sz="94618"/>
  </p:normalViewPr>
  <p:slideViewPr>
    <p:cSldViewPr snapToGrid="0" snapToObjects="1">
      <p:cViewPr varScale="1">
        <p:scale>
          <a:sx n="117" d="100"/>
          <a:sy n="117" d="100"/>
        </p:scale>
        <p:origin x="2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F788304-D3E0-3043-B345-9CD760B823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65C3CD1-921E-C04F-B66C-30ECBC2D9F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2380E78-972D-4C4C-8FE2-4D1921A69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DDFF1-3EDE-8347-A74E-82C3B7C00DFE}" type="datetimeFigureOut">
              <a:rPr lang="fr-FR" smtClean="0"/>
              <a:t>13/10/2022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E3F4DEE-AE9C-7B4D-B557-93838A96B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254FB00-7894-174B-9292-751EBC30F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49332-21BC-9E49-9FDC-DCDC3611F64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76212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52D8EE-C5BA-B148-9361-62E222556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0E857A6-4947-3C42-A8D4-ECE428C23C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AC389B2-1179-2A46-B413-3B92242DA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DDFF1-3EDE-8347-A74E-82C3B7C00DFE}" type="datetimeFigureOut">
              <a:rPr lang="fr-FR" smtClean="0"/>
              <a:t>13/10/2022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BB30A95-2829-5147-A80D-0D8ACF2C3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F37619F-A8AF-2047-8569-3C91D07D1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49332-21BC-9E49-9FDC-DCDC3611F64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53036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A7B2C32-B99D-D945-89DA-A930D80CB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E20FC87-8160-3C4F-8D9E-A3F60D1DBF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ACB47C7-9608-054E-A990-684EB2A14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DDFF1-3EDE-8347-A74E-82C3B7C00DFE}" type="datetimeFigureOut">
              <a:rPr lang="fr-FR" smtClean="0"/>
              <a:t>13/10/2022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92E370E-6036-5C46-BE0C-FEB80A8B2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66E4241-D492-4B43-854D-3864ACEF7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49332-21BC-9E49-9FDC-DCDC3611F64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220817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2624DEE-1944-E54B-A17D-DA27D4045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348E966-E0CC-624A-A809-D49D17A295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E23FD17-FDDF-7D4C-92E4-28E314DFA5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A16AD51-A41C-DD4F-815C-A0CCBE31B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DDFF1-3EDE-8347-A74E-82C3B7C00DFE}" type="datetimeFigureOut">
              <a:rPr lang="fr-FR" smtClean="0"/>
              <a:t>13/10/2022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B30BB95-6BB7-1F49-B655-D814BB481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E7C09AA-5FAD-304C-BCE1-0E911B6A2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49332-21BC-9E49-9FDC-DCDC3611F64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173741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970F637-D6D1-7545-9B98-15B3280CC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E30A481-7268-5545-BB44-99747A6525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F7A9520-ADF7-0742-ACBA-5AA240B93D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E72DEC7E-9E1A-9548-9AEB-23378C6680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127243CC-62CC-864A-B599-21ABD53AF3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9ED4695A-6F99-0347-8EFD-3CBEE1909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DDFF1-3EDE-8347-A74E-82C3B7C00DFE}" type="datetimeFigureOut">
              <a:rPr lang="fr-FR" smtClean="0"/>
              <a:t>13/10/2022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47CD36D0-5F23-6147-AE10-F47C5C369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56E32A49-D230-EE44-8B56-D35F74AE0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49332-21BC-9E49-9FDC-DCDC3611F64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45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0056F96-2B26-8F47-A8E1-28102F2C4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AF3FD8C3-3B13-1D46-937A-52B8A16C3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DDFF1-3EDE-8347-A74E-82C3B7C00DFE}" type="datetimeFigureOut">
              <a:rPr lang="fr-FR" smtClean="0"/>
              <a:t>13/10/2022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B1BE828-2FE5-4646-9343-D3ABD180F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6A19126-EEE7-0741-A6D5-69DD3069D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49332-21BC-9E49-9FDC-DCDC3611F64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969210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69BA4055-E9B8-FB41-A4B6-3CED99121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DDFF1-3EDE-8347-A74E-82C3B7C00DFE}" type="datetimeFigureOut">
              <a:rPr lang="fr-FR" smtClean="0"/>
              <a:t>13/10/2022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436E7BE-8BC8-A04B-A351-ED60A1FFF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C91E7CD-783A-F043-AC1B-F7D67CD83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49332-21BC-9E49-9FDC-DCDC3611F64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249703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A408EB4-D224-4148-BC54-1580EEA76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5DC69DD-3645-A54B-984C-ADA9EFB0E3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12FB57E-54AE-934C-A4F8-19F88B2B26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5891D52-E7B8-F446-A599-9A36CEB85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DDFF1-3EDE-8347-A74E-82C3B7C00DFE}" type="datetimeFigureOut">
              <a:rPr lang="fr-FR" smtClean="0"/>
              <a:t>13/10/2022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238D845-D2EF-974F-BBEE-327F8CDC6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0714D06-0DA4-AC4D-A14B-A8752CA9F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49332-21BC-9E49-9FDC-DCDC3611F64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183203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B878C51-F803-484C-8A1A-01C1A59FD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A5B3C97C-543D-524C-AE30-9962B442D6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0041BC1-5934-C44D-8491-08FD0F26BA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450F06A-77BB-B145-A223-DADAE9873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DDFF1-3EDE-8347-A74E-82C3B7C00DFE}" type="datetimeFigureOut">
              <a:rPr lang="fr-FR" smtClean="0"/>
              <a:t>13/10/2022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6B6FF55-48F4-E642-ACD1-C81E5AE8A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AC725ED-9551-BB43-A7CD-B1709F128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49332-21BC-9E49-9FDC-DCDC3611F64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65312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0863AF2-3226-6247-9522-4249985D3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DE23769-E471-4A47-9BB7-28B2D6680B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99F0DFD-19E5-764C-BD8F-137C5C015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DDFF1-3EDE-8347-A74E-82C3B7C00DFE}" type="datetimeFigureOut">
              <a:rPr lang="fr-FR" smtClean="0"/>
              <a:t>13/10/2022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E710ED5-D6DF-834F-AA13-1F8E94EAE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DC7A0A7-D5DF-8A44-97B3-697014384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49332-21BC-9E49-9FDC-DCDC3611F64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043577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68124FB6-57CA-E649-808F-2D5A330B07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2849C42-FBF2-1C47-B299-981AE5877C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B09513B-058E-8E41-BF07-E1AEFEB00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DDFF1-3EDE-8347-A74E-82C3B7C00DFE}" type="datetimeFigureOut">
              <a:rPr lang="fr-FR" smtClean="0"/>
              <a:t>13/10/2022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D01FFDB-E863-F747-9476-373EA7130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E28C39B-F240-C941-BAC8-1F3A89852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49332-21BC-9E49-9FDC-DCDC3611F64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497532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539A27BC-3C17-664E-892F-437D42B76A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2AF917F-84BB-5243-87A5-0CD1A9B0DD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62C0B3D-A845-D14C-B350-84BE3ED3B9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2DDFF1-3EDE-8347-A74E-82C3B7C00DFE}" type="datetimeFigureOut">
              <a:rPr lang="fr-FR" smtClean="0"/>
              <a:t>13/10/2022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9DEC4FF-4D68-204E-8540-0C26AC5FB7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5522C2F-57D3-DF47-B897-EF9DD18151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649332-21BC-9E49-9FDC-DCDC3611F64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22684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A7A31D51-FE72-414C-A552-8E2E0671ABF8}"/>
              </a:ext>
            </a:extLst>
          </p:cNvPr>
          <p:cNvSpPr txBox="1"/>
          <p:nvPr/>
        </p:nvSpPr>
        <p:spPr>
          <a:xfrm>
            <a:off x="2667000" y="318776"/>
            <a:ext cx="5155835" cy="738664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fr-FR" sz="1400" dirty="0">
                <a:latin typeface="+mj-lt"/>
              </a:rPr>
              <a:t>Control </a:t>
            </a:r>
            <a:r>
              <a:rPr lang="fr-FR" sz="1400" dirty="0" err="1">
                <a:latin typeface="+mj-lt"/>
              </a:rPr>
              <a:t>region</a:t>
            </a:r>
            <a:r>
              <a:rPr lang="fr-FR" sz="1400" dirty="0">
                <a:latin typeface="+mj-lt"/>
              </a:rPr>
              <a:t> on the X, not </a:t>
            </a:r>
            <a:r>
              <a:rPr lang="fr-FR" sz="1400" dirty="0" err="1">
                <a:latin typeface="+mj-lt"/>
              </a:rPr>
              <a:t>eliminated</a:t>
            </a:r>
            <a:r>
              <a:rPr lang="fr-FR" sz="1400" dirty="0">
                <a:latin typeface="+mj-lt"/>
              </a:rPr>
              <a:t>= X1</a:t>
            </a:r>
          </a:p>
          <a:p>
            <a:r>
              <a:rPr lang="fr-FR" sz="1400" dirty="0">
                <a:latin typeface="+mj-lt"/>
              </a:rPr>
              <a:t>	Primer Forward_O2256: CGTGATAGTGGAATCTCCTGTCAT</a:t>
            </a:r>
          </a:p>
          <a:p>
            <a:r>
              <a:rPr lang="fr-FR" sz="1400" dirty="0">
                <a:latin typeface="+mj-lt"/>
              </a:rPr>
              <a:t>	Primer Reverse_O2257:CGGATACTCACATGTGGATTGCT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5D63DA53-A3AC-DC41-99CA-B7CE64AEED56}"/>
              </a:ext>
            </a:extLst>
          </p:cNvPr>
          <p:cNvSpPr txBox="1"/>
          <p:nvPr/>
        </p:nvSpPr>
        <p:spPr>
          <a:xfrm>
            <a:off x="2667000" y="1178337"/>
            <a:ext cx="4366708" cy="954107"/>
          </a:xfrm>
          <a:prstGeom prst="rect">
            <a:avLst/>
          </a:prstGeom>
          <a:solidFill>
            <a:srgbClr val="00B0F0"/>
          </a:solidFill>
        </p:spPr>
        <p:txBody>
          <a:bodyPr wrap="none" rtlCol="0">
            <a:spAutoFit/>
          </a:bodyPr>
          <a:lstStyle/>
          <a:p>
            <a:r>
              <a:rPr lang="fr-FR" sz="1400" dirty="0" err="1">
                <a:latin typeface="+mj-lt"/>
              </a:rPr>
              <a:t>Eliminated</a:t>
            </a:r>
            <a:r>
              <a:rPr lang="fr-FR" sz="1400" dirty="0">
                <a:latin typeface="+mj-lt"/>
              </a:rPr>
              <a:t> </a:t>
            </a:r>
            <a:r>
              <a:rPr lang="fr-FR" sz="1400" dirty="0" err="1">
                <a:latin typeface="+mj-lt"/>
              </a:rPr>
              <a:t>region</a:t>
            </a:r>
            <a:r>
              <a:rPr lang="fr-FR" sz="1400" dirty="0">
                <a:latin typeface="+mj-lt"/>
              </a:rPr>
              <a:t> of </a:t>
            </a:r>
            <a:r>
              <a:rPr lang="fr-FR" sz="1400" dirty="0" err="1">
                <a:latin typeface="+mj-lt"/>
              </a:rPr>
              <a:t>nested</a:t>
            </a:r>
            <a:r>
              <a:rPr lang="fr-FR" sz="1400" dirty="0">
                <a:latin typeface="+mj-lt"/>
              </a:rPr>
              <a:t> GRS on the X= GRS2</a:t>
            </a:r>
          </a:p>
          <a:p>
            <a:r>
              <a:rPr lang="fr-FR" sz="1400" dirty="0">
                <a:latin typeface="+mj-lt"/>
              </a:rPr>
              <a:t>	Primer Forward_O2351:gggttgtaggggtgagttca</a:t>
            </a:r>
          </a:p>
          <a:p>
            <a:r>
              <a:rPr lang="fr-FR" sz="1400" dirty="0">
                <a:latin typeface="+mj-lt"/>
              </a:rPr>
              <a:t>	Primer Reverse_O2352:aactttcgtggggaggctaa</a:t>
            </a:r>
          </a:p>
          <a:p>
            <a:endParaRPr lang="fr-FR" sz="1400" dirty="0">
              <a:latin typeface="+mj-lt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4F499919-B3CA-2E44-B951-2A6FC779330B}"/>
              </a:ext>
            </a:extLst>
          </p:cNvPr>
          <p:cNvSpPr txBox="1"/>
          <p:nvPr/>
        </p:nvSpPr>
        <p:spPr>
          <a:xfrm>
            <a:off x="2686845" y="3328345"/>
            <a:ext cx="5116144" cy="954107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fr-FR" sz="1400" dirty="0" err="1">
                <a:latin typeface="+mj-lt"/>
              </a:rPr>
              <a:t>Eliminated</a:t>
            </a:r>
            <a:r>
              <a:rPr lang="fr-FR" sz="1400" dirty="0">
                <a:latin typeface="+mj-lt"/>
              </a:rPr>
              <a:t> </a:t>
            </a:r>
            <a:r>
              <a:rPr lang="fr-FR" sz="1400" dirty="0" err="1">
                <a:latin typeface="+mj-lt"/>
              </a:rPr>
              <a:t>region</a:t>
            </a:r>
            <a:r>
              <a:rPr lang="fr-FR" sz="1400" dirty="0">
                <a:latin typeface="+mj-lt"/>
              </a:rPr>
              <a:t> of </a:t>
            </a:r>
            <a:r>
              <a:rPr lang="fr-FR" sz="1400" dirty="0" err="1">
                <a:latin typeface="+mj-lt"/>
              </a:rPr>
              <a:t>intermediate</a:t>
            </a:r>
            <a:r>
              <a:rPr lang="fr-FR" sz="1400" dirty="0">
                <a:latin typeface="+mj-lt"/>
              </a:rPr>
              <a:t> </a:t>
            </a:r>
            <a:r>
              <a:rPr lang="fr-FR" sz="1400" dirty="0" err="1">
                <a:latin typeface="+mj-lt"/>
              </a:rPr>
              <a:t>coverage</a:t>
            </a:r>
            <a:r>
              <a:rPr lang="fr-FR" sz="1400" dirty="0">
                <a:latin typeface="+mj-lt"/>
              </a:rPr>
              <a:t> on the X= 15151g</a:t>
            </a:r>
          </a:p>
          <a:p>
            <a:r>
              <a:rPr lang="fr-FR" sz="1400" dirty="0">
                <a:latin typeface="+mj-lt"/>
              </a:rPr>
              <a:t>	Primer Forward_02252:GATTCCAGAGGCAGGGTGAC</a:t>
            </a:r>
          </a:p>
          <a:p>
            <a:r>
              <a:rPr lang="fr-FR" sz="1400" dirty="0">
                <a:latin typeface="+mj-lt"/>
              </a:rPr>
              <a:t>	Primer Reverse_O2253:GCGAGGTTGTCAGCTCTTTTTATG</a:t>
            </a:r>
          </a:p>
          <a:p>
            <a:endParaRPr lang="fr-FR" sz="1400" dirty="0">
              <a:latin typeface="+mj-lt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2435615F-1EBB-ED41-83E7-8C255DE2B82D}"/>
              </a:ext>
            </a:extLst>
          </p:cNvPr>
          <p:cNvSpPr txBox="1"/>
          <p:nvPr/>
        </p:nvSpPr>
        <p:spPr>
          <a:xfrm>
            <a:off x="2667000" y="2253341"/>
            <a:ext cx="5026889" cy="95410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fr-FR" sz="1400" dirty="0" err="1">
                <a:latin typeface="+mj-lt"/>
              </a:rPr>
              <a:t>Eliminated</a:t>
            </a:r>
            <a:r>
              <a:rPr lang="fr-FR" sz="1400" dirty="0">
                <a:latin typeface="+mj-lt"/>
              </a:rPr>
              <a:t> </a:t>
            </a:r>
            <a:r>
              <a:rPr lang="fr-FR" sz="1400" dirty="0" err="1">
                <a:latin typeface="+mj-lt"/>
              </a:rPr>
              <a:t>region</a:t>
            </a:r>
            <a:r>
              <a:rPr lang="fr-FR" sz="1400" dirty="0">
                <a:latin typeface="+mj-lt"/>
              </a:rPr>
              <a:t> of </a:t>
            </a:r>
            <a:r>
              <a:rPr lang="fr-FR" sz="1400" dirty="0" err="1">
                <a:latin typeface="+mj-lt"/>
              </a:rPr>
              <a:t>subtelomeric</a:t>
            </a:r>
            <a:r>
              <a:rPr lang="fr-FR" sz="1400" dirty="0">
                <a:latin typeface="+mj-lt"/>
              </a:rPr>
              <a:t> GRS on the X= GRS4</a:t>
            </a:r>
          </a:p>
          <a:p>
            <a:r>
              <a:rPr lang="fr-FR" sz="1400" dirty="0">
                <a:latin typeface="+mj-lt"/>
              </a:rPr>
              <a:t>	Primer Forward_02254:GGCGTTTTCGAGATAATCCTTGC</a:t>
            </a:r>
          </a:p>
          <a:p>
            <a:r>
              <a:rPr lang="fr-FR" sz="1400" dirty="0">
                <a:latin typeface="+mj-lt"/>
              </a:rPr>
              <a:t>	Primer Reverse_O2255:TCAGCCTAAGCCAAATTGGTGT</a:t>
            </a:r>
          </a:p>
          <a:p>
            <a:endParaRPr lang="fr-FR" sz="1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5531151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Image 98">
            <a:extLst>
              <a:ext uri="{FF2B5EF4-FFF2-40B4-BE49-F238E27FC236}">
                <a16:creationId xmlns:a16="http://schemas.microsoft.com/office/drawing/2014/main" id="{4C2913DC-28AA-B547-B4A2-52C681E437F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8465" b="23400"/>
          <a:stretch/>
        </p:blipFill>
        <p:spPr>
          <a:xfrm>
            <a:off x="811034" y="1229530"/>
            <a:ext cx="5421330" cy="3377022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0433E7B6-8865-6A40-A930-B504FD2ABEAC}"/>
              </a:ext>
            </a:extLst>
          </p:cNvPr>
          <p:cNvSpPr txBox="1"/>
          <p:nvPr/>
        </p:nvSpPr>
        <p:spPr>
          <a:xfrm>
            <a:off x="1258463" y="283376"/>
            <a:ext cx="90941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>
                <a:latin typeface="+mj-lt"/>
              </a:rPr>
              <a:t>Experiment</a:t>
            </a:r>
            <a:r>
              <a:rPr lang="fr-FR" dirty="0">
                <a:latin typeface="+mj-lt"/>
              </a:rPr>
              <a:t> #1 on </a:t>
            </a:r>
            <a:r>
              <a:rPr lang="fr-FR" dirty="0" err="1">
                <a:latin typeface="+mj-lt"/>
              </a:rPr>
              <a:t>our</a:t>
            </a:r>
            <a:r>
              <a:rPr lang="fr-FR" dirty="0">
                <a:latin typeface="+mj-lt"/>
              </a:rPr>
              <a:t> PS1017 </a:t>
            </a:r>
            <a:r>
              <a:rPr lang="fr-FR" dirty="0" err="1">
                <a:latin typeface="+mj-lt"/>
              </a:rPr>
              <a:t>strain</a:t>
            </a:r>
            <a:r>
              <a:rPr lang="fr-FR" dirty="0">
                <a:latin typeface="+mj-lt"/>
              </a:rPr>
              <a:t> (full of males) on 4 </a:t>
            </a:r>
            <a:r>
              <a:rPr lang="fr-FR" dirty="0" err="1">
                <a:latin typeface="+mj-lt"/>
              </a:rPr>
              <a:t>dissected</a:t>
            </a:r>
            <a:r>
              <a:rPr lang="fr-FR" dirty="0">
                <a:latin typeface="+mj-lt"/>
              </a:rPr>
              <a:t> males and 4 </a:t>
            </a:r>
            <a:r>
              <a:rPr lang="fr-FR" dirty="0" err="1">
                <a:latin typeface="+mj-lt"/>
              </a:rPr>
              <a:t>dissected</a:t>
            </a:r>
            <a:r>
              <a:rPr lang="fr-FR" dirty="0">
                <a:latin typeface="+mj-lt"/>
              </a:rPr>
              <a:t> </a:t>
            </a:r>
            <a:r>
              <a:rPr lang="fr-FR" dirty="0" err="1">
                <a:latin typeface="+mj-lt"/>
              </a:rPr>
              <a:t>females</a:t>
            </a:r>
            <a:endParaRPr lang="fr-FR" dirty="0">
              <a:latin typeface="+mj-lt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A8AEA5AC-F50F-E242-BB93-9E05F5BE76BC}"/>
              </a:ext>
            </a:extLst>
          </p:cNvPr>
          <p:cNvSpPr txBox="1"/>
          <p:nvPr/>
        </p:nvSpPr>
        <p:spPr>
          <a:xfrm rot="16200000">
            <a:off x="1631893" y="1145608"/>
            <a:ext cx="5068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>
                <a:latin typeface="+mj-lt"/>
              </a:rPr>
              <a:t>Head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88B22362-2A97-CD41-9D08-A62071FD74A2}"/>
              </a:ext>
            </a:extLst>
          </p:cNvPr>
          <p:cNvSpPr txBox="1"/>
          <p:nvPr/>
        </p:nvSpPr>
        <p:spPr>
          <a:xfrm rot="16200000">
            <a:off x="1877792" y="1156494"/>
            <a:ext cx="4940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>
                <a:latin typeface="+mj-lt"/>
              </a:rPr>
              <a:t>Body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B5D8C978-8FE2-AA48-BA31-0319D2C30785}"/>
              </a:ext>
            </a:extLst>
          </p:cNvPr>
          <p:cNvSpPr txBox="1"/>
          <p:nvPr/>
        </p:nvSpPr>
        <p:spPr>
          <a:xfrm rot="16200000">
            <a:off x="2085888" y="1145607"/>
            <a:ext cx="5068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>
                <a:latin typeface="+mj-lt"/>
              </a:rPr>
              <a:t>Head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1F151E99-CA43-5649-ACDF-527A7EEF6455}"/>
              </a:ext>
            </a:extLst>
          </p:cNvPr>
          <p:cNvSpPr txBox="1"/>
          <p:nvPr/>
        </p:nvSpPr>
        <p:spPr>
          <a:xfrm rot="16200000">
            <a:off x="2331787" y="1156493"/>
            <a:ext cx="4940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>
                <a:latin typeface="+mj-lt"/>
              </a:rPr>
              <a:t>Body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F68BACEF-8E1D-9045-8B90-486E4A98AE07}"/>
              </a:ext>
            </a:extLst>
          </p:cNvPr>
          <p:cNvSpPr txBox="1"/>
          <p:nvPr/>
        </p:nvSpPr>
        <p:spPr>
          <a:xfrm rot="16200000">
            <a:off x="2551516" y="1155729"/>
            <a:ext cx="5068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>
                <a:latin typeface="+mj-lt"/>
              </a:rPr>
              <a:t>Head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64A9CB38-B85A-B848-8DED-56DE7FDAAC89}"/>
              </a:ext>
            </a:extLst>
          </p:cNvPr>
          <p:cNvSpPr txBox="1"/>
          <p:nvPr/>
        </p:nvSpPr>
        <p:spPr>
          <a:xfrm rot="16200000">
            <a:off x="2797415" y="1166615"/>
            <a:ext cx="4940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>
                <a:latin typeface="+mj-lt"/>
              </a:rPr>
              <a:t>Body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4DF9AB5B-B94B-BA48-BF85-94F558A9C15F}"/>
              </a:ext>
            </a:extLst>
          </p:cNvPr>
          <p:cNvSpPr txBox="1"/>
          <p:nvPr/>
        </p:nvSpPr>
        <p:spPr>
          <a:xfrm rot="16200000">
            <a:off x="3028777" y="1155729"/>
            <a:ext cx="5068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>
                <a:latin typeface="+mj-lt"/>
              </a:rPr>
              <a:t>Head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151B22AC-471A-3E47-871F-BF0657C3C4EB}"/>
              </a:ext>
            </a:extLst>
          </p:cNvPr>
          <p:cNvSpPr txBox="1"/>
          <p:nvPr/>
        </p:nvSpPr>
        <p:spPr>
          <a:xfrm rot="16200000">
            <a:off x="3274676" y="1166615"/>
            <a:ext cx="4940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>
                <a:latin typeface="+mj-lt"/>
              </a:rPr>
              <a:t>Body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A8B76642-A71E-C147-A4D7-9EE20381F448}"/>
              </a:ext>
            </a:extLst>
          </p:cNvPr>
          <p:cNvSpPr txBox="1"/>
          <p:nvPr/>
        </p:nvSpPr>
        <p:spPr>
          <a:xfrm rot="16200000">
            <a:off x="3779002" y="1153165"/>
            <a:ext cx="5068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>
                <a:latin typeface="+mj-lt"/>
              </a:rPr>
              <a:t>Head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D76997FB-81BB-CD43-A9FE-304486861B45}"/>
              </a:ext>
            </a:extLst>
          </p:cNvPr>
          <p:cNvSpPr txBox="1"/>
          <p:nvPr/>
        </p:nvSpPr>
        <p:spPr>
          <a:xfrm rot="16200000">
            <a:off x="4024901" y="1164051"/>
            <a:ext cx="4940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>
                <a:latin typeface="+mj-lt"/>
              </a:rPr>
              <a:t>Body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CFD2A359-8D5C-0F44-8074-7641E1046A3F}"/>
              </a:ext>
            </a:extLst>
          </p:cNvPr>
          <p:cNvSpPr txBox="1"/>
          <p:nvPr/>
        </p:nvSpPr>
        <p:spPr>
          <a:xfrm rot="16200000">
            <a:off x="4232997" y="1153164"/>
            <a:ext cx="5068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>
                <a:latin typeface="+mj-lt"/>
              </a:rPr>
              <a:t>Head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B8F1AD11-45BC-FB4E-A47E-F2B9C1D1603C}"/>
              </a:ext>
            </a:extLst>
          </p:cNvPr>
          <p:cNvSpPr txBox="1"/>
          <p:nvPr/>
        </p:nvSpPr>
        <p:spPr>
          <a:xfrm rot="16200000">
            <a:off x="4478896" y="1164050"/>
            <a:ext cx="4940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>
                <a:latin typeface="+mj-lt"/>
              </a:rPr>
              <a:t>Body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D23A176D-679C-E24D-BB66-EC700728FE22}"/>
              </a:ext>
            </a:extLst>
          </p:cNvPr>
          <p:cNvSpPr txBox="1"/>
          <p:nvPr/>
        </p:nvSpPr>
        <p:spPr>
          <a:xfrm rot="16200000">
            <a:off x="4698625" y="1163286"/>
            <a:ext cx="5068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>
                <a:latin typeface="+mj-lt"/>
              </a:rPr>
              <a:t>Head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E5ABBDDA-86E9-DA4B-B540-3A22DB42ADBB}"/>
              </a:ext>
            </a:extLst>
          </p:cNvPr>
          <p:cNvSpPr txBox="1"/>
          <p:nvPr/>
        </p:nvSpPr>
        <p:spPr>
          <a:xfrm rot="16200000">
            <a:off x="4944524" y="1174172"/>
            <a:ext cx="4940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>
                <a:latin typeface="+mj-lt"/>
              </a:rPr>
              <a:t>Body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D6498238-DD58-8049-9767-5E4A99643D5C}"/>
              </a:ext>
            </a:extLst>
          </p:cNvPr>
          <p:cNvSpPr txBox="1"/>
          <p:nvPr/>
        </p:nvSpPr>
        <p:spPr>
          <a:xfrm rot="16200000">
            <a:off x="5175886" y="1163286"/>
            <a:ext cx="5068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>
                <a:latin typeface="+mj-lt"/>
              </a:rPr>
              <a:t>Head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BB2D54CE-2179-A44D-B95F-1E91F57B42C3}"/>
              </a:ext>
            </a:extLst>
          </p:cNvPr>
          <p:cNvSpPr txBox="1"/>
          <p:nvPr/>
        </p:nvSpPr>
        <p:spPr>
          <a:xfrm rot="16200000">
            <a:off x="5421785" y="1174172"/>
            <a:ext cx="4940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>
                <a:latin typeface="+mj-lt"/>
              </a:rPr>
              <a:t>Body</a:t>
            </a:r>
          </a:p>
        </p:txBody>
      </p:sp>
      <p:sp>
        <p:nvSpPr>
          <p:cNvPr id="28" name="Ellipse 27">
            <a:extLst>
              <a:ext uri="{FF2B5EF4-FFF2-40B4-BE49-F238E27FC236}">
                <a16:creationId xmlns:a16="http://schemas.microsoft.com/office/drawing/2014/main" id="{606CE71E-A947-884F-9A79-6A4279DEE594}"/>
              </a:ext>
            </a:extLst>
          </p:cNvPr>
          <p:cNvSpPr/>
          <p:nvPr/>
        </p:nvSpPr>
        <p:spPr>
          <a:xfrm>
            <a:off x="2865233" y="1512757"/>
            <a:ext cx="152400" cy="161759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9" name="Ellipse 28">
            <a:extLst>
              <a:ext uri="{FF2B5EF4-FFF2-40B4-BE49-F238E27FC236}">
                <a16:creationId xmlns:a16="http://schemas.microsoft.com/office/drawing/2014/main" id="{D982C912-291B-8043-9E07-9DCC0C81C8D3}"/>
              </a:ext>
            </a:extLst>
          </p:cNvPr>
          <p:cNvSpPr/>
          <p:nvPr/>
        </p:nvSpPr>
        <p:spPr>
          <a:xfrm>
            <a:off x="1939407" y="1512757"/>
            <a:ext cx="152400" cy="161759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0" name="Ellipse 29">
            <a:extLst>
              <a:ext uri="{FF2B5EF4-FFF2-40B4-BE49-F238E27FC236}">
                <a16:creationId xmlns:a16="http://schemas.microsoft.com/office/drawing/2014/main" id="{FC36E1B9-7224-8649-952C-44082255D23F}"/>
              </a:ext>
            </a:extLst>
          </p:cNvPr>
          <p:cNvSpPr/>
          <p:nvPr/>
        </p:nvSpPr>
        <p:spPr>
          <a:xfrm>
            <a:off x="2387376" y="1512757"/>
            <a:ext cx="152400" cy="161759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1" name="Ellipse 30">
            <a:extLst>
              <a:ext uri="{FF2B5EF4-FFF2-40B4-BE49-F238E27FC236}">
                <a16:creationId xmlns:a16="http://schemas.microsoft.com/office/drawing/2014/main" id="{835D05E0-6CD0-9D48-8423-ECE8E2C57660}"/>
              </a:ext>
            </a:extLst>
          </p:cNvPr>
          <p:cNvSpPr/>
          <p:nvPr/>
        </p:nvSpPr>
        <p:spPr>
          <a:xfrm>
            <a:off x="3300482" y="1512757"/>
            <a:ext cx="152400" cy="161759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32" name="Ellipse 31">
            <a:extLst>
              <a:ext uri="{FF2B5EF4-FFF2-40B4-BE49-F238E27FC236}">
                <a16:creationId xmlns:a16="http://schemas.microsoft.com/office/drawing/2014/main" id="{A258BD8C-0211-6E40-9111-75DC22552CC4}"/>
              </a:ext>
            </a:extLst>
          </p:cNvPr>
          <p:cNvSpPr/>
          <p:nvPr/>
        </p:nvSpPr>
        <p:spPr>
          <a:xfrm>
            <a:off x="5049547" y="1512757"/>
            <a:ext cx="152400" cy="161759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33" name="Ellipse 32">
            <a:extLst>
              <a:ext uri="{FF2B5EF4-FFF2-40B4-BE49-F238E27FC236}">
                <a16:creationId xmlns:a16="http://schemas.microsoft.com/office/drawing/2014/main" id="{73E7BB12-BE70-2D40-AE18-E249DF3A695F}"/>
              </a:ext>
            </a:extLst>
          </p:cNvPr>
          <p:cNvSpPr/>
          <p:nvPr/>
        </p:nvSpPr>
        <p:spPr>
          <a:xfrm>
            <a:off x="4123721" y="1512757"/>
            <a:ext cx="152400" cy="161759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4" name="Ellipse 33">
            <a:extLst>
              <a:ext uri="{FF2B5EF4-FFF2-40B4-BE49-F238E27FC236}">
                <a16:creationId xmlns:a16="http://schemas.microsoft.com/office/drawing/2014/main" id="{DA26C4DC-6C7B-CA43-B418-D808FBACFD1F}"/>
              </a:ext>
            </a:extLst>
          </p:cNvPr>
          <p:cNvSpPr/>
          <p:nvPr/>
        </p:nvSpPr>
        <p:spPr>
          <a:xfrm>
            <a:off x="4571690" y="1512757"/>
            <a:ext cx="152400" cy="161759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5" name="Ellipse 34">
            <a:extLst>
              <a:ext uri="{FF2B5EF4-FFF2-40B4-BE49-F238E27FC236}">
                <a16:creationId xmlns:a16="http://schemas.microsoft.com/office/drawing/2014/main" id="{876614AF-C6B3-1043-8184-DEA6137BC2F4}"/>
              </a:ext>
            </a:extLst>
          </p:cNvPr>
          <p:cNvSpPr/>
          <p:nvPr/>
        </p:nvSpPr>
        <p:spPr>
          <a:xfrm>
            <a:off x="5484796" y="1512757"/>
            <a:ext cx="152400" cy="161759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chemeClr val="tx1"/>
                </a:solidFill>
              </a:rPr>
              <a:t>4</a:t>
            </a:r>
          </a:p>
        </p:txBody>
      </p:sp>
      <p:grpSp>
        <p:nvGrpSpPr>
          <p:cNvPr id="60" name="Groupe 59">
            <a:extLst>
              <a:ext uri="{FF2B5EF4-FFF2-40B4-BE49-F238E27FC236}">
                <a16:creationId xmlns:a16="http://schemas.microsoft.com/office/drawing/2014/main" id="{2941283F-0B05-E549-865F-8412A269EC49}"/>
              </a:ext>
            </a:extLst>
          </p:cNvPr>
          <p:cNvGrpSpPr/>
          <p:nvPr/>
        </p:nvGrpSpPr>
        <p:grpSpPr>
          <a:xfrm>
            <a:off x="1725057" y="2957444"/>
            <a:ext cx="4060479" cy="643844"/>
            <a:chOff x="1865408" y="1955973"/>
            <a:chExt cx="4060479" cy="643844"/>
          </a:xfrm>
        </p:grpSpPr>
        <p:sp>
          <p:nvSpPr>
            <p:cNvPr id="36" name="ZoneTexte 35">
              <a:extLst>
                <a:ext uri="{FF2B5EF4-FFF2-40B4-BE49-F238E27FC236}">
                  <a16:creationId xmlns:a16="http://schemas.microsoft.com/office/drawing/2014/main" id="{9CA4E4E3-19A1-E341-8DBF-1AED03148F99}"/>
                </a:ext>
              </a:extLst>
            </p:cNvPr>
            <p:cNvSpPr txBox="1"/>
            <p:nvPr/>
          </p:nvSpPr>
          <p:spPr>
            <a:xfrm rot="16200000">
              <a:off x="1750473" y="2070909"/>
              <a:ext cx="50687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200" dirty="0">
                  <a:latin typeface="+mj-lt"/>
                </a:rPr>
                <a:t>Head</a:t>
              </a:r>
            </a:p>
          </p:txBody>
        </p:sp>
        <p:sp>
          <p:nvSpPr>
            <p:cNvPr id="37" name="ZoneTexte 36">
              <a:extLst>
                <a:ext uri="{FF2B5EF4-FFF2-40B4-BE49-F238E27FC236}">
                  <a16:creationId xmlns:a16="http://schemas.microsoft.com/office/drawing/2014/main" id="{DDE8003E-9E39-1B41-BCF2-3A3BE9205601}"/>
                </a:ext>
              </a:extLst>
            </p:cNvPr>
            <p:cNvSpPr txBox="1"/>
            <p:nvPr/>
          </p:nvSpPr>
          <p:spPr>
            <a:xfrm rot="16200000">
              <a:off x="1996372" y="2081795"/>
              <a:ext cx="49404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200" dirty="0">
                  <a:latin typeface="+mj-lt"/>
                </a:rPr>
                <a:t>Body</a:t>
              </a:r>
            </a:p>
          </p:txBody>
        </p:sp>
        <p:sp>
          <p:nvSpPr>
            <p:cNvPr id="38" name="ZoneTexte 37">
              <a:extLst>
                <a:ext uri="{FF2B5EF4-FFF2-40B4-BE49-F238E27FC236}">
                  <a16:creationId xmlns:a16="http://schemas.microsoft.com/office/drawing/2014/main" id="{33971DDB-46A2-3844-8110-A54AA89B41B0}"/>
                </a:ext>
              </a:extLst>
            </p:cNvPr>
            <p:cNvSpPr txBox="1"/>
            <p:nvPr/>
          </p:nvSpPr>
          <p:spPr>
            <a:xfrm rot="16200000">
              <a:off x="2204468" y="2070908"/>
              <a:ext cx="50687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200" dirty="0">
                  <a:latin typeface="+mj-lt"/>
                </a:rPr>
                <a:t>Head</a:t>
              </a:r>
            </a:p>
          </p:txBody>
        </p:sp>
        <p:sp>
          <p:nvSpPr>
            <p:cNvPr id="39" name="ZoneTexte 38">
              <a:extLst>
                <a:ext uri="{FF2B5EF4-FFF2-40B4-BE49-F238E27FC236}">
                  <a16:creationId xmlns:a16="http://schemas.microsoft.com/office/drawing/2014/main" id="{971C2687-91F1-B140-9A3C-586866AF3F27}"/>
                </a:ext>
              </a:extLst>
            </p:cNvPr>
            <p:cNvSpPr txBox="1"/>
            <p:nvPr/>
          </p:nvSpPr>
          <p:spPr>
            <a:xfrm rot="16200000">
              <a:off x="2450367" y="2081794"/>
              <a:ext cx="49404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200" dirty="0">
                  <a:latin typeface="+mj-lt"/>
                </a:rPr>
                <a:t>Body</a:t>
              </a:r>
            </a:p>
          </p:txBody>
        </p:sp>
        <p:sp>
          <p:nvSpPr>
            <p:cNvPr id="40" name="ZoneTexte 39">
              <a:extLst>
                <a:ext uri="{FF2B5EF4-FFF2-40B4-BE49-F238E27FC236}">
                  <a16:creationId xmlns:a16="http://schemas.microsoft.com/office/drawing/2014/main" id="{A0334229-48C1-2148-900F-84D4EE6D6168}"/>
                </a:ext>
              </a:extLst>
            </p:cNvPr>
            <p:cNvSpPr txBox="1"/>
            <p:nvPr/>
          </p:nvSpPr>
          <p:spPr>
            <a:xfrm rot="16200000">
              <a:off x="2670096" y="2081030"/>
              <a:ext cx="50687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200" dirty="0">
                  <a:latin typeface="+mj-lt"/>
                </a:rPr>
                <a:t>Head</a:t>
              </a:r>
            </a:p>
          </p:txBody>
        </p:sp>
        <p:sp>
          <p:nvSpPr>
            <p:cNvPr id="41" name="ZoneTexte 40">
              <a:extLst>
                <a:ext uri="{FF2B5EF4-FFF2-40B4-BE49-F238E27FC236}">
                  <a16:creationId xmlns:a16="http://schemas.microsoft.com/office/drawing/2014/main" id="{2BF2381C-9AF3-4A49-A936-E362E01FA3AD}"/>
                </a:ext>
              </a:extLst>
            </p:cNvPr>
            <p:cNvSpPr txBox="1"/>
            <p:nvPr/>
          </p:nvSpPr>
          <p:spPr>
            <a:xfrm rot="16200000">
              <a:off x="2915995" y="2091916"/>
              <a:ext cx="49404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200" dirty="0">
                  <a:latin typeface="+mj-lt"/>
                </a:rPr>
                <a:t>Body</a:t>
              </a:r>
            </a:p>
          </p:txBody>
        </p:sp>
        <p:sp>
          <p:nvSpPr>
            <p:cNvPr id="42" name="ZoneTexte 41">
              <a:extLst>
                <a:ext uri="{FF2B5EF4-FFF2-40B4-BE49-F238E27FC236}">
                  <a16:creationId xmlns:a16="http://schemas.microsoft.com/office/drawing/2014/main" id="{28FE6079-8A39-A742-A483-53CBFE8247BB}"/>
                </a:ext>
              </a:extLst>
            </p:cNvPr>
            <p:cNvSpPr txBox="1"/>
            <p:nvPr/>
          </p:nvSpPr>
          <p:spPr>
            <a:xfrm rot="16200000">
              <a:off x="3147357" y="2081030"/>
              <a:ext cx="50687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200" dirty="0">
                  <a:latin typeface="+mj-lt"/>
                </a:rPr>
                <a:t>Head</a:t>
              </a:r>
            </a:p>
          </p:txBody>
        </p:sp>
        <p:sp>
          <p:nvSpPr>
            <p:cNvPr id="43" name="ZoneTexte 42">
              <a:extLst>
                <a:ext uri="{FF2B5EF4-FFF2-40B4-BE49-F238E27FC236}">
                  <a16:creationId xmlns:a16="http://schemas.microsoft.com/office/drawing/2014/main" id="{FFA0B0B9-845F-D941-A105-10B346D95E20}"/>
                </a:ext>
              </a:extLst>
            </p:cNvPr>
            <p:cNvSpPr txBox="1"/>
            <p:nvPr/>
          </p:nvSpPr>
          <p:spPr>
            <a:xfrm rot="16200000">
              <a:off x="3393256" y="2091916"/>
              <a:ext cx="49404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200" dirty="0">
                  <a:latin typeface="+mj-lt"/>
                </a:rPr>
                <a:t>Body</a:t>
              </a:r>
            </a:p>
          </p:txBody>
        </p:sp>
        <p:sp>
          <p:nvSpPr>
            <p:cNvPr id="44" name="ZoneTexte 43">
              <a:extLst>
                <a:ext uri="{FF2B5EF4-FFF2-40B4-BE49-F238E27FC236}">
                  <a16:creationId xmlns:a16="http://schemas.microsoft.com/office/drawing/2014/main" id="{DD19E05A-26B0-D346-A00D-AAF7C0C8B77E}"/>
                </a:ext>
              </a:extLst>
            </p:cNvPr>
            <p:cNvSpPr txBox="1"/>
            <p:nvPr/>
          </p:nvSpPr>
          <p:spPr>
            <a:xfrm rot="16200000">
              <a:off x="3897582" y="2078466"/>
              <a:ext cx="50687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200" dirty="0">
                  <a:latin typeface="+mj-lt"/>
                </a:rPr>
                <a:t>Head</a:t>
              </a:r>
            </a:p>
          </p:txBody>
        </p:sp>
        <p:sp>
          <p:nvSpPr>
            <p:cNvPr id="45" name="ZoneTexte 44">
              <a:extLst>
                <a:ext uri="{FF2B5EF4-FFF2-40B4-BE49-F238E27FC236}">
                  <a16:creationId xmlns:a16="http://schemas.microsoft.com/office/drawing/2014/main" id="{6C3EAC1C-8C2C-1B45-9245-2832ECDA635C}"/>
                </a:ext>
              </a:extLst>
            </p:cNvPr>
            <p:cNvSpPr txBox="1"/>
            <p:nvPr/>
          </p:nvSpPr>
          <p:spPr>
            <a:xfrm rot="16200000">
              <a:off x="4143481" y="2089352"/>
              <a:ext cx="49404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200" dirty="0">
                  <a:latin typeface="+mj-lt"/>
                </a:rPr>
                <a:t>Body</a:t>
              </a:r>
            </a:p>
          </p:txBody>
        </p:sp>
        <p:sp>
          <p:nvSpPr>
            <p:cNvPr id="46" name="ZoneTexte 45">
              <a:extLst>
                <a:ext uri="{FF2B5EF4-FFF2-40B4-BE49-F238E27FC236}">
                  <a16:creationId xmlns:a16="http://schemas.microsoft.com/office/drawing/2014/main" id="{6E4B0463-2151-6E4B-A1DE-D78F6A107FC2}"/>
                </a:ext>
              </a:extLst>
            </p:cNvPr>
            <p:cNvSpPr txBox="1"/>
            <p:nvPr/>
          </p:nvSpPr>
          <p:spPr>
            <a:xfrm rot="16200000">
              <a:off x="4351577" y="2078465"/>
              <a:ext cx="50687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200" dirty="0">
                  <a:latin typeface="+mj-lt"/>
                </a:rPr>
                <a:t>Head</a:t>
              </a:r>
            </a:p>
          </p:txBody>
        </p:sp>
        <p:sp>
          <p:nvSpPr>
            <p:cNvPr id="47" name="ZoneTexte 46">
              <a:extLst>
                <a:ext uri="{FF2B5EF4-FFF2-40B4-BE49-F238E27FC236}">
                  <a16:creationId xmlns:a16="http://schemas.microsoft.com/office/drawing/2014/main" id="{2DD12E41-E773-4E44-BB70-E7F857FE642D}"/>
                </a:ext>
              </a:extLst>
            </p:cNvPr>
            <p:cNvSpPr txBox="1"/>
            <p:nvPr/>
          </p:nvSpPr>
          <p:spPr>
            <a:xfrm rot="16200000">
              <a:off x="4597476" y="2089351"/>
              <a:ext cx="49404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200" dirty="0">
                  <a:latin typeface="+mj-lt"/>
                </a:rPr>
                <a:t>Body</a:t>
              </a:r>
            </a:p>
          </p:txBody>
        </p:sp>
        <p:sp>
          <p:nvSpPr>
            <p:cNvPr id="48" name="ZoneTexte 47">
              <a:extLst>
                <a:ext uri="{FF2B5EF4-FFF2-40B4-BE49-F238E27FC236}">
                  <a16:creationId xmlns:a16="http://schemas.microsoft.com/office/drawing/2014/main" id="{3BE1BB0A-BFF4-5A45-A613-5FA6A6AFF2DD}"/>
                </a:ext>
              </a:extLst>
            </p:cNvPr>
            <p:cNvSpPr txBox="1"/>
            <p:nvPr/>
          </p:nvSpPr>
          <p:spPr>
            <a:xfrm rot="16200000">
              <a:off x="4817205" y="2088587"/>
              <a:ext cx="50687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200" dirty="0">
                  <a:latin typeface="+mj-lt"/>
                </a:rPr>
                <a:t>Head</a:t>
              </a:r>
            </a:p>
          </p:txBody>
        </p:sp>
        <p:sp>
          <p:nvSpPr>
            <p:cNvPr id="49" name="ZoneTexte 48">
              <a:extLst>
                <a:ext uri="{FF2B5EF4-FFF2-40B4-BE49-F238E27FC236}">
                  <a16:creationId xmlns:a16="http://schemas.microsoft.com/office/drawing/2014/main" id="{0CF84CAB-1AFA-D848-A7A4-C6126BF5778F}"/>
                </a:ext>
              </a:extLst>
            </p:cNvPr>
            <p:cNvSpPr txBox="1"/>
            <p:nvPr/>
          </p:nvSpPr>
          <p:spPr>
            <a:xfrm rot="16200000">
              <a:off x="5063104" y="2099473"/>
              <a:ext cx="49404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200" dirty="0">
                  <a:latin typeface="+mj-lt"/>
                </a:rPr>
                <a:t>Body</a:t>
              </a:r>
            </a:p>
          </p:txBody>
        </p:sp>
        <p:sp>
          <p:nvSpPr>
            <p:cNvPr id="50" name="ZoneTexte 49">
              <a:extLst>
                <a:ext uri="{FF2B5EF4-FFF2-40B4-BE49-F238E27FC236}">
                  <a16:creationId xmlns:a16="http://schemas.microsoft.com/office/drawing/2014/main" id="{1FC80709-329E-2748-B102-964856B40CBD}"/>
                </a:ext>
              </a:extLst>
            </p:cNvPr>
            <p:cNvSpPr txBox="1"/>
            <p:nvPr/>
          </p:nvSpPr>
          <p:spPr>
            <a:xfrm rot="16200000">
              <a:off x="5294466" y="2088587"/>
              <a:ext cx="50687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200" dirty="0">
                  <a:latin typeface="+mj-lt"/>
                </a:rPr>
                <a:t>Head</a:t>
              </a:r>
            </a:p>
          </p:txBody>
        </p:sp>
        <p:sp>
          <p:nvSpPr>
            <p:cNvPr id="51" name="ZoneTexte 50">
              <a:extLst>
                <a:ext uri="{FF2B5EF4-FFF2-40B4-BE49-F238E27FC236}">
                  <a16:creationId xmlns:a16="http://schemas.microsoft.com/office/drawing/2014/main" id="{679209FE-959F-7F43-A892-3B0392182D48}"/>
                </a:ext>
              </a:extLst>
            </p:cNvPr>
            <p:cNvSpPr txBox="1"/>
            <p:nvPr/>
          </p:nvSpPr>
          <p:spPr>
            <a:xfrm rot="16200000">
              <a:off x="5540365" y="2099473"/>
              <a:ext cx="49404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200" dirty="0">
                  <a:latin typeface="+mj-lt"/>
                </a:rPr>
                <a:t>Body</a:t>
              </a:r>
            </a:p>
          </p:txBody>
        </p:sp>
        <p:sp>
          <p:nvSpPr>
            <p:cNvPr id="52" name="Ellipse 51">
              <a:extLst>
                <a:ext uri="{FF2B5EF4-FFF2-40B4-BE49-F238E27FC236}">
                  <a16:creationId xmlns:a16="http://schemas.microsoft.com/office/drawing/2014/main" id="{057D35B3-1DEB-EA4B-AFE4-D7E53FD958EE}"/>
                </a:ext>
              </a:extLst>
            </p:cNvPr>
            <p:cNvSpPr/>
            <p:nvPr/>
          </p:nvSpPr>
          <p:spPr>
            <a:xfrm>
              <a:off x="2983813" y="2438058"/>
              <a:ext cx="152400" cy="16175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53" name="Ellipse 52">
              <a:extLst>
                <a:ext uri="{FF2B5EF4-FFF2-40B4-BE49-F238E27FC236}">
                  <a16:creationId xmlns:a16="http://schemas.microsoft.com/office/drawing/2014/main" id="{2385B3DE-4FCF-F942-B2B3-EA63CF059D98}"/>
                </a:ext>
              </a:extLst>
            </p:cNvPr>
            <p:cNvSpPr/>
            <p:nvPr/>
          </p:nvSpPr>
          <p:spPr>
            <a:xfrm>
              <a:off x="2057987" y="2438058"/>
              <a:ext cx="152400" cy="16175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4" name="Ellipse 53">
              <a:extLst>
                <a:ext uri="{FF2B5EF4-FFF2-40B4-BE49-F238E27FC236}">
                  <a16:creationId xmlns:a16="http://schemas.microsoft.com/office/drawing/2014/main" id="{076C0894-B16C-6949-AC5C-3832B67C4B28}"/>
                </a:ext>
              </a:extLst>
            </p:cNvPr>
            <p:cNvSpPr/>
            <p:nvPr/>
          </p:nvSpPr>
          <p:spPr>
            <a:xfrm>
              <a:off x="2505956" y="2438058"/>
              <a:ext cx="152400" cy="16175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55" name="Ellipse 54">
              <a:extLst>
                <a:ext uri="{FF2B5EF4-FFF2-40B4-BE49-F238E27FC236}">
                  <a16:creationId xmlns:a16="http://schemas.microsoft.com/office/drawing/2014/main" id="{E42F40B4-AB4C-6943-97A8-2830BE399562}"/>
                </a:ext>
              </a:extLst>
            </p:cNvPr>
            <p:cNvSpPr/>
            <p:nvPr/>
          </p:nvSpPr>
          <p:spPr>
            <a:xfrm>
              <a:off x="3419062" y="2438058"/>
              <a:ext cx="152400" cy="16175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56" name="Ellipse 55">
              <a:extLst>
                <a:ext uri="{FF2B5EF4-FFF2-40B4-BE49-F238E27FC236}">
                  <a16:creationId xmlns:a16="http://schemas.microsoft.com/office/drawing/2014/main" id="{F67676AD-427A-3141-8CE3-760D6D631FED}"/>
                </a:ext>
              </a:extLst>
            </p:cNvPr>
            <p:cNvSpPr/>
            <p:nvPr/>
          </p:nvSpPr>
          <p:spPr>
            <a:xfrm>
              <a:off x="5168127" y="2438058"/>
              <a:ext cx="152400" cy="16175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57" name="Ellipse 56">
              <a:extLst>
                <a:ext uri="{FF2B5EF4-FFF2-40B4-BE49-F238E27FC236}">
                  <a16:creationId xmlns:a16="http://schemas.microsoft.com/office/drawing/2014/main" id="{E6B1606B-05CE-0041-A102-902EDB077512}"/>
                </a:ext>
              </a:extLst>
            </p:cNvPr>
            <p:cNvSpPr/>
            <p:nvPr/>
          </p:nvSpPr>
          <p:spPr>
            <a:xfrm>
              <a:off x="4242301" y="2438058"/>
              <a:ext cx="152400" cy="16175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8" name="Ellipse 57">
              <a:extLst>
                <a:ext uri="{FF2B5EF4-FFF2-40B4-BE49-F238E27FC236}">
                  <a16:creationId xmlns:a16="http://schemas.microsoft.com/office/drawing/2014/main" id="{6B6438F8-CF3F-F041-BEA5-757A27D634A1}"/>
                </a:ext>
              </a:extLst>
            </p:cNvPr>
            <p:cNvSpPr/>
            <p:nvPr/>
          </p:nvSpPr>
          <p:spPr>
            <a:xfrm>
              <a:off x="4690270" y="2438058"/>
              <a:ext cx="152400" cy="16175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59" name="Ellipse 58">
              <a:extLst>
                <a:ext uri="{FF2B5EF4-FFF2-40B4-BE49-F238E27FC236}">
                  <a16:creationId xmlns:a16="http://schemas.microsoft.com/office/drawing/2014/main" id="{A5F7B50E-562F-3C4F-B5A5-3CA734EBA342}"/>
                </a:ext>
              </a:extLst>
            </p:cNvPr>
            <p:cNvSpPr/>
            <p:nvPr/>
          </p:nvSpPr>
          <p:spPr>
            <a:xfrm>
              <a:off x="5603376" y="2438058"/>
              <a:ext cx="152400" cy="16175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>
                  <a:solidFill>
                    <a:schemeClr val="tx1"/>
                  </a:solidFill>
                </a:rPr>
                <a:t>4</a:t>
              </a:r>
            </a:p>
          </p:txBody>
        </p:sp>
      </p:grpSp>
      <p:sp>
        <p:nvSpPr>
          <p:cNvPr id="61" name="ZoneTexte 60">
            <a:extLst>
              <a:ext uri="{FF2B5EF4-FFF2-40B4-BE49-F238E27FC236}">
                <a16:creationId xmlns:a16="http://schemas.microsoft.com/office/drawing/2014/main" id="{FBDC9163-4FE9-C744-B71F-A1A358BA4F18}"/>
              </a:ext>
            </a:extLst>
          </p:cNvPr>
          <p:cNvSpPr txBox="1"/>
          <p:nvPr/>
        </p:nvSpPr>
        <p:spPr>
          <a:xfrm>
            <a:off x="4696743" y="678637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♂♀︎︎</a:t>
            </a:r>
          </a:p>
        </p:txBody>
      </p:sp>
      <p:sp>
        <p:nvSpPr>
          <p:cNvPr id="62" name="ZoneTexte 61">
            <a:extLst>
              <a:ext uri="{FF2B5EF4-FFF2-40B4-BE49-F238E27FC236}">
                <a16:creationId xmlns:a16="http://schemas.microsoft.com/office/drawing/2014/main" id="{FC7F24EE-AAC2-CD41-BD6D-703F5AAF0DF2}"/>
              </a:ext>
            </a:extLst>
          </p:cNvPr>
          <p:cNvSpPr txBox="1"/>
          <p:nvPr/>
        </p:nvSpPr>
        <p:spPr>
          <a:xfrm>
            <a:off x="4653291" y="2629354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♂♀︎︎</a:t>
            </a:r>
          </a:p>
        </p:txBody>
      </p:sp>
      <p:pic>
        <p:nvPicPr>
          <p:cNvPr id="67" name="Image 66">
            <a:extLst>
              <a:ext uri="{FF2B5EF4-FFF2-40B4-BE49-F238E27FC236}">
                <a16:creationId xmlns:a16="http://schemas.microsoft.com/office/drawing/2014/main" id="{93548C29-4A62-A44D-A8DA-7B77F2E2B9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2554064" y="725649"/>
            <a:ext cx="308583" cy="308583"/>
          </a:xfrm>
          <a:prstGeom prst="rect">
            <a:avLst/>
          </a:prstGeom>
        </p:spPr>
      </p:pic>
      <p:pic>
        <p:nvPicPr>
          <p:cNvPr id="68" name="Image 67">
            <a:extLst>
              <a:ext uri="{FF2B5EF4-FFF2-40B4-BE49-F238E27FC236}">
                <a16:creationId xmlns:a16="http://schemas.microsoft.com/office/drawing/2014/main" id="{8A9E4875-96C8-D044-BD9C-8277198405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2553831" y="2671806"/>
            <a:ext cx="308583" cy="308583"/>
          </a:xfrm>
          <a:prstGeom prst="rect">
            <a:avLst/>
          </a:prstGeom>
        </p:spPr>
      </p:pic>
      <p:grpSp>
        <p:nvGrpSpPr>
          <p:cNvPr id="71" name="Groupe 70">
            <a:extLst>
              <a:ext uri="{FF2B5EF4-FFF2-40B4-BE49-F238E27FC236}">
                <a16:creationId xmlns:a16="http://schemas.microsoft.com/office/drawing/2014/main" id="{0E04A8B5-A79D-0A45-BAE0-342FD0B04DE7}"/>
              </a:ext>
            </a:extLst>
          </p:cNvPr>
          <p:cNvGrpSpPr/>
          <p:nvPr/>
        </p:nvGrpSpPr>
        <p:grpSpPr>
          <a:xfrm>
            <a:off x="1746829" y="4615202"/>
            <a:ext cx="4060479" cy="643844"/>
            <a:chOff x="1865408" y="1955973"/>
            <a:chExt cx="4060479" cy="643844"/>
          </a:xfrm>
        </p:grpSpPr>
        <p:sp>
          <p:nvSpPr>
            <p:cNvPr id="72" name="ZoneTexte 71">
              <a:extLst>
                <a:ext uri="{FF2B5EF4-FFF2-40B4-BE49-F238E27FC236}">
                  <a16:creationId xmlns:a16="http://schemas.microsoft.com/office/drawing/2014/main" id="{D4E1F90F-A4B2-4E41-A306-F0285971D35B}"/>
                </a:ext>
              </a:extLst>
            </p:cNvPr>
            <p:cNvSpPr txBox="1"/>
            <p:nvPr/>
          </p:nvSpPr>
          <p:spPr>
            <a:xfrm rot="16200000">
              <a:off x="1750473" y="2070909"/>
              <a:ext cx="50687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200" dirty="0">
                  <a:latin typeface="+mj-lt"/>
                </a:rPr>
                <a:t>Head</a:t>
              </a:r>
            </a:p>
          </p:txBody>
        </p:sp>
        <p:sp>
          <p:nvSpPr>
            <p:cNvPr id="73" name="ZoneTexte 72">
              <a:extLst>
                <a:ext uri="{FF2B5EF4-FFF2-40B4-BE49-F238E27FC236}">
                  <a16:creationId xmlns:a16="http://schemas.microsoft.com/office/drawing/2014/main" id="{10EF93F3-3A30-2A4A-83C7-E4B4863E2260}"/>
                </a:ext>
              </a:extLst>
            </p:cNvPr>
            <p:cNvSpPr txBox="1"/>
            <p:nvPr/>
          </p:nvSpPr>
          <p:spPr>
            <a:xfrm rot="16200000">
              <a:off x="1996372" y="2081795"/>
              <a:ext cx="49404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200" dirty="0">
                  <a:latin typeface="+mj-lt"/>
                </a:rPr>
                <a:t>Body</a:t>
              </a:r>
            </a:p>
          </p:txBody>
        </p:sp>
        <p:sp>
          <p:nvSpPr>
            <p:cNvPr id="74" name="ZoneTexte 73">
              <a:extLst>
                <a:ext uri="{FF2B5EF4-FFF2-40B4-BE49-F238E27FC236}">
                  <a16:creationId xmlns:a16="http://schemas.microsoft.com/office/drawing/2014/main" id="{329CFEAE-5F8C-9A43-8C32-A2E0F557CE6E}"/>
                </a:ext>
              </a:extLst>
            </p:cNvPr>
            <p:cNvSpPr txBox="1"/>
            <p:nvPr/>
          </p:nvSpPr>
          <p:spPr>
            <a:xfrm rot="16200000">
              <a:off x="2204468" y="2070908"/>
              <a:ext cx="50687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200" dirty="0">
                  <a:latin typeface="+mj-lt"/>
                </a:rPr>
                <a:t>Head</a:t>
              </a:r>
            </a:p>
          </p:txBody>
        </p:sp>
        <p:sp>
          <p:nvSpPr>
            <p:cNvPr id="75" name="ZoneTexte 74">
              <a:extLst>
                <a:ext uri="{FF2B5EF4-FFF2-40B4-BE49-F238E27FC236}">
                  <a16:creationId xmlns:a16="http://schemas.microsoft.com/office/drawing/2014/main" id="{14539C26-EE8F-2849-862E-C33D87B58892}"/>
                </a:ext>
              </a:extLst>
            </p:cNvPr>
            <p:cNvSpPr txBox="1"/>
            <p:nvPr/>
          </p:nvSpPr>
          <p:spPr>
            <a:xfrm rot="16200000">
              <a:off x="2450367" y="2081794"/>
              <a:ext cx="49404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200" dirty="0">
                  <a:latin typeface="+mj-lt"/>
                </a:rPr>
                <a:t>Body</a:t>
              </a:r>
            </a:p>
          </p:txBody>
        </p:sp>
        <p:sp>
          <p:nvSpPr>
            <p:cNvPr id="76" name="ZoneTexte 75">
              <a:extLst>
                <a:ext uri="{FF2B5EF4-FFF2-40B4-BE49-F238E27FC236}">
                  <a16:creationId xmlns:a16="http://schemas.microsoft.com/office/drawing/2014/main" id="{C8BC4D00-9A7A-344E-91BC-C2A03277B9E5}"/>
                </a:ext>
              </a:extLst>
            </p:cNvPr>
            <p:cNvSpPr txBox="1"/>
            <p:nvPr/>
          </p:nvSpPr>
          <p:spPr>
            <a:xfrm rot="16200000">
              <a:off x="2670096" y="2081030"/>
              <a:ext cx="50687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200" dirty="0">
                  <a:latin typeface="+mj-lt"/>
                </a:rPr>
                <a:t>Head</a:t>
              </a:r>
            </a:p>
          </p:txBody>
        </p:sp>
        <p:sp>
          <p:nvSpPr>
            <p:cNvPr id="77" name="ZoneTexte 76">
              <a:extLst>
                <a:ext uri="{FF2B5EF4-FFF2-40B4-BE49-F238E27FC236}">
                  <a16:creationId xmlns:a16="http://schemas.microsoft.com/office/drawing/2014/main" id="{6662E72D-6ED8-FA4A-AF77-D88722FC4424}"/>
                </a:ext>
              </a:extLst>
            </p:cNvPr>
            <p:cNvSpPr txBox="1"/>
            <p:nvPr/>
          </p:nvSpPr>
          <p:spPr>
            <a:xfrm rot="16200000">
              <a:off x="2915995" y="2091916"/>
              <a:ext cx="49404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200" dirty="0">
                  <a:latin typeface="+mj-lt"/>
                </a:rPr>
                <a:t>Body</a:t>
              </a:r>
            </a:p>
          </p:txBody>
        </p:sp>
        <p:sp>
          <p:nvSpPr>
            <p:cNvPr id="78" name="ZoneTexte 77">
              <a:extLst>
                <a:ext uri="{FF2B5EF4-FFF2-40B4-BE49-F238E27FC236}">
                  <a16:creationId xmlns:a16="http://schemas.microsoft.com/office/drawing/2014/main" id="{A9110C7A-6A5E-6D49-89EE-B64BC443F22C}"/>
                </a:ext>
              </a:extLst>
            </p:cNvPr>
            <p:cNvSpPr txBox="1"/>
            <p:nvPr/>
          </p:nvSpPr>
          <p:spPr>
            <a:xfrm rot="16200000">
              <a:off x="3147357" y="2081030"/>
              <a:ext cx="50687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200" dirty="0">
                  <a:latin typeface="+mj-lt"/>
                </a:rPr>
                <a:t>Head</a:t>
              </a:r>
            </a:p>
          </p:txBody>
        </p:sp>
        <p:sp>
          <p:nvSpPr>
            <p:cNvPr id="79" name="ZoneTexte 78">
              <a:extLst>
                <a:ext uri="{FF2B5EF4-FFF2-40B4-BE49-F238E27FC236}">
                  <a16:creationId xmlns:a16="http://schemas.microsoft.com/office/drawing/2014/main" id="{E07A0A9F-404C-6841-BB56-626D10AB9821}"/>
                </a:ext>
              </a:extLst>
            </p:cNvPr>
            <p:cNvSpPr txBox="1"/>
            <p:nvPr/>
          </p:nvSpPr>
          <p:spPr>
            <a:xfrm rot="16200000">
              <a:off x="3393256" y="2091916"/>
              <a:ext cx="49404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200" dirty="0">
                  <a:latin typeface="+mj-lt"/>
                </a:rPr>
                <a:t>Body</a:t>
              </a:r>
            </a:p>
          </p:txBody>
        </p:sp>
        <p:sp>
          <p:nvSpPr>
            <p:cNvPr id="80" name="ZoneTexte 79">
              <a:extLst>
                <a:ext uri="{FF2B5EF4-FFF2-40B4-BE49-F238E27FC236}">
                  <a16:creationId xmlns:a16="http://schemas.microsoft.com/office/drawing/2014/main" id="{CAAA9B97-B216-BD42-9419-BD5E7D550DC1}"/>
                </a:ext>
              </a:extLst>
            </p:cNvPr>
            <p:cNvSpPr txBox="1"/>
            <p:nvPr/>
          </p:nvSpPr>
          <p:spPr>
            <a:xfrm rot="16200000">
              <a:off x="3897582" y="2078466"/>
              <a:ext cx="50687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200" dirty="0">
                  <a:latin typeface="+mj-lt"/>
                </a:rPr>
                <a:t>Head</a:t>
              </a:r>
            </a:p>
          </p:txBody>
        </p:sp>
        <p:sp>
          <p:nvSpPr>
            <p:cNvPr id="81" name="ZoneTexte 80">
              <a:extLst>
                <a:ext uri="{FF2B5EF4-FFF2-40B4-BE49-F238E27FC236}">
                  <a16:creationId xmlns:a16="http://schemas.microsoft.com/office/drawing/2014/main" id="{0565A656-00F2-7841-A9F7-408732ADDBDF}"/>
                </a:ext>
              </a:extLst>
            </p:cNvPr>
            <p:cNvSpPr txBox="1"/>
            <p:nvPr/>
          </p:nvSpPr>
          <p:spPr>
            <a:xfrm rot="16200000">
              <a:off x="4143481" y="2089352"/>
              <a:ext cx="49404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200" dirty="0">
                  <a:latin typeface="+mj-lt"/>
                </a:rPr>
                <a:t>Body</a:t>
              </a:r>
            </a:p>
          </p:txBody>
        </p:sp>
        <p:sp>
          <p:nvSpPr>
            <p:cNvPr id="82" name="ZoneTexte 81">
              <a:extLst>
                <a:ext uri="{FF2B5EF4-FFF2-40B4-BE49-F238E27FC236}">
                  <a16:creationId xmlns:a16="http://schemas.microsoft.com/office/drawing/2014/main" id="{FD23B455-140D-974F-B366-8C1E9E3FCB2B}"/>
                </a:ext>
              </a:extLst>
            </p:cNvPr>
            <p:cNvSpPr txBox="1"/>
            <p:nvPr/>
          </p:nvSpPr>
          <p:spPr>
            <a:xfrm rot="16200000">
              <a:off x="4351577" y="2078465"/>
              <a:ext cx="50687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200" dirty="0">
                  <a:latin typeface="+mj-lt"/>
                </a:rPr>
                <a:t>Head</a:t>
              </a:r>
            </a:p>
          </p:txBody>
        </p:sp>
        <p:sp>
          <p:nvSpPr>
            <p:cNvPr id="83" name="ZoneTexte 82">
              <a:extLst>
                <a:ext uri="{FF2B5EF4-FFF2-40B4-BE49-F238E27FC236}">
                  <a16:creationId xmlns:a16="http://schemas.microsoft.com/office/drawing/2014/main" id="{FA79DB38-C1BD-D043-8090-3EF1FF5342FE}"/>
                </a:ext>
              </a:extLst>
            </p:cNvPr>
            <p:cNvSpPr txBox="1"/>
            <p:nvPr/>
          </p:nvSpPr>
          <p:spPr>
            <a:xfrm rot="16200000">
              <a:off x="4597476" y="2089351"/>
              <a:ext cx="49404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200" dirty="0">
                  <a:latin typeface="+mj-lt"/>
                </a:rPr>
                <a:t>Body</a:t>
              </a:r>
            </a:p>
          </p:txBody>
        </p:sp>
        <p:sp>
          <p:nvSpPr>
            <p:cNvPr id="84" name="ZoneTexte 83">
              <a:extLst>
                <a:ext uri="{FF2B5EF4-FFF2-40B4-BE49-F238E27FC236}">
                  <a16:creationId xmlns:a16="http://schemas.microsoft.com/office/drawing/2014/main" id="{36E267BE-1AB7-AF43-90DD-2303D0D69666}"/>
                </a:ext>
              </a:extLst>
            </p:cNvPr>
            <p:cNvSpPr txBox="1"/>
            <p:nvPr/>
          </p:nvSpPr>
          <p:spPr>
            <a:xfrm rot="16200000">
              <a:off x="4817205" y="2088587"/>
              <a:ext cx="50687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200" dirty="0">
                  <a:latin typeface="+mj-lt"/>
                </a:rPr>
                <a:t>Head</a:t>
              </a:r>
            </a:p>
          </p:txBody>
        </p:sp>
        <p:sp>
          <p:nvSpPr>
            <p:cNvPr id="85" name="ZoneTexte 84">
              <a:extLst>
                <a:ext uri="{FF2B5EF4-FFF2-40B4-BE49-F238E27FC236}">
                  <a16:creationId xmlns:a16="http://schemas.microsoft.com/office/drawing/2014/main" id="{C2A00E26-18A4-944B-950B-32B97D378610}"/>
                </a:ext>
              </a:extLst>
            </p:cNvPr>
            <p:cNvSpPr txBox="1"/>
            <p:nvPr/>
          </p:nvSpPr>
          <p:spPr>
            <a:xfrm rot="16200000">
              <a:off x="5063104" y="2099473"/>
              <a:ext cx="49404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200" dirty="0">
                  <a:latin typeface="+mj-lt"/>
                </a:rPr>
                <a:t>Body</a:t>
              </a:r>
            </a:p>
          </p:txBody>
        </p:sp>
        <p:sp>
          <p:nvSpPr>
            <p:cNvPr id="86" name="ZoneTexte 85">
              <a:extLst>
                <a:ext uri="{FF2B5EF4-FFF2-40B4-BE49-F238E27FC236}">
                  <a16:creationId xmlns:a16="http://schemas.microsoft.com/office/drawing/2014/main" id="{41933D18-320C-8244-A15C-5D540292B6ED}"/>
                </a:ext>
              </a:extLst>
            </p:cNvPr>
            <p:cNvSpPr txBox="1"/>
            <p:nvPr/>
          </p:nvSpPr>
          <p:spPr>
            <a:xfrm rot="16200000">
              <a:off x="5294466" y="2088587"/>
              <a:ext cx="50687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200" dirty="0">
                  <a:latin typeface="+mj-lt"/>
                </a:rPr>
                <a:t>Head</a:t>
              </a:r>
            </a:p>
          </p:txBody>
        </p:sp>
        <p:sp>
          <p:nvSpPr>
            <p:cNvPr id="87" name="ZoneTexte 86">
              <a:extLst>
                <a:ext uri="{FF2B5EF4-FFF2-40B4-BE49-F238E27FC236}">
                  <a16:creationId xmlns:a16="http://schemas.microsoft.com/office/drawing/2014/main" id="{EE8F66EB-40FF-6B47-96F5-8E126D196212}"/>
                </a:ext>
              </a:extLst>
            </p:cNvPr>
            <p:cNvSpPr txBox="1"/>
            <p:nvPr/>
          </p:nvSpPr>
          <p:spPr>
            <a:xfrm rot="16200000">
              <a:off x="5540365" y="2099473"/>
              <a:ext cx="49404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200" dirty="0">
                  <a:latin typeface="+mj-lt"/>
                </a:rPr>
                <a:t>Body</a:t>
              </a:r>
            </a:p>
          </p:txBody>
        </p:sp>
        <p:sp>
          <p:nvSpPr>
            <p:cNvPr id="88" name="Ellipse 87">
              <a:extLst>
                <a:ext uri="{FF2B5EF4-FFF2-40B4-BE49-F238E27FC236}">
                  <a16:creationId xmlns:a16="http://schemas.microsoft.com/office/drawing/2014/main" id="{BF9E6D79-DAA8-AD4B-80BB-775BB200F17F}"/>
                </a:ext>
              </a:extLst>
            </p:cNvPr>
            <p:cNvSpPr/>
            <p:nvPr/>
          </p:nvSpPr>
          <p:spPr>
            <a:xfrm>
              <a:off x="2983813" y="2438058"/>
              <a:ext cx="152400" cy="16175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89" name="Ellipse 88">
              <a:extLst>
                <a:ext uri="{FF2B5EF4-FFF2-40B4-BE49-F238E27FC236}">
                  <a16:creationId xmlns:a16="http://schemas.microsoft.com/office/drawing/2014/main" id="{CFDE9DBD-28C5-974D-90C9-D1805939E137}"/>
                </a:ext>
              </a:extLst>
            </p:cNvPr>
            <p:cNvSpPr/>
            <p:nvPr/>
          </p:nvSpPr>
          <p:spPr>
            <a:xfrm>
              <a:off x="2057987" y="2438058"/>
              <a:ext cx="152400" cy="16175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90" name="Ellipse 89">
              <a:extLst>
                <a:ext uri="{FF2B5EF4-FFF2-40B4-BE49-F238E27FC236}">
                  <a16:creationId xmlns:a16="http://schemas.microsoft.com/office/drawing/2014/main" id="{5BE2BB38-2AC0-2443-A1DE-143D9FAB2986}"/>
                </a:ext>
              </a:extLst>
            </p:cNvPr>
            <p:cNvSpPr/>
            <p:nvPr/>
          </p:nvSpPr>
          <p:spPr>
            <a:xfrm>
              <a:off x="2505956" y="2438058"/>
              <a:ext cx="152400" cy="16175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91" name="Ellipse 90">
              <a:extLst>
                <a:ext uri="{FF2B5EF4-FFF2-40B4-BE49-F238E27FC236}">
                  <a16:creationId xmlns:a16="http://schemas.microsoft.com/office/drawing/2014/main" id="{D980C7AE-3C97-4C47-8603-9912CECD7CE2}"/>
                </a:ext>
              </a:extLst>
            </p:cNvPr>
            <p:cNvSpPr/>
            <p:nvPr/>
          </p:nvSpPr>
          <p:spPr>
            <a:xfrm>
              <a:off x="3419062" y="2438058"/>
              <a:ext cx="152400" cy="16175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92" name="Ellipse 91">
              <a:extLst>
                <a:ext uri="{FF2B5EF4-FFF2-40B4-BE49-F238E27FC236}">
                  <a16:creationId xmlns:a16="http://schemas.microsoft.com/office/drawing/2014/main" id="{6E6C5479-EA51-5841-9A61-16EBCE927589}"/>
                </a:ext>
              </a:extLst>
            </p:cNvPr>
            <p:cNvSpPr/>
            <p:nvPr/>
          </p:nvSpPr>
          <p:spPr>
            <a:xfrm>
              <a:off x="5168127" y="2438058"/>
              <a:ext cx="152400" cy="16175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93" name="Ellipse 92">
              <a:extLst>
                <a:ext uri="{FF2B5EF4-FFF2-40B4-BE49-F238E27FC236}">
                  <a16:creationId xmlns:a16="http://schemas.microsoft.com/office/drawing/2014/main" id="{3E0A6F67-E5A6-B444-BEE8-F5CDFE3AD485}"/>
                </a:ext>
              </a:extLst>
            </p:cNvPr>
            <p:cNvSpPr/>
            <p:nvPr/>
          </p:nvSpPr>
          <p:spPr>
            <a:xfrm>
              <a:off x="4242301" y="2438058"/>
              <a:ext cx="152400" cy="16175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94" name="Ellipse 93">
              <a:extLst>
                <a:ext uri="{FF2B5EF4-FFF2-40B4-BE49-F238E27FC236}">
                  <a16:creationId xmlns:a16="http://schemas.microsoft.com/office/drawing/2014/main" id="{3F1A982C-A870-FF45-8990-987D82908DBC}"/>
                </a:ext>
              </a:extLst>
            </p:cNvPr>
            <p:cNvSpPr/>
            <p:nvPr/>
          </p:nvSpPr>
          <p:spPr>
            <a:xfrm>
              <a:off x="4690270" y="2438058"/>
              <a:ext cx="152400" cy="16175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95" name="Ellipse 94">
              <a:extLst>
                <a:ext uri="{FF2B5EF4-FFF2-40B4-BE49-F238E27FC236}">
                  <a16:creationId xmlns:a16="http://schemas.microsoft.com/office/drawing/2014/main" id="{A8A5D3AB-7681-554A-B8A4-4E80CFDBF02E}"/>
                </a:ext>
              </a:extLst>
            </p:cNvPr>
            <p:cNvSpPr/>
            <p:nvPr/>
          </p:nvSpPr>
          <p:spPr>
            <a:xfrm>
              <a:off x="5603376" y="2438058"/>
              <a:ext cx="152400" cy="16175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>
                  <a:solidFill>
                    <a:schemeClr val="tx1"/>
                  </a:solidFill>
                </a:rPr>
                <a:t>4</a:t>
              </a:r>
            </a:p>
          </p:txBody>
        </p:sp>
      </p:grpSp>
      <p:sp>
        <p:nvSpPr>
          <p:cNvPr id="96" name="ZoneTexte 95">
            <a:extLst>
              <a:ext uri="{FF2B5EF4-FFF2-40B4-BE49-F238E27FC236}">
                <a16:creationId xmlns:a16="http://schemas.microsoft.com/office/drawing/2014/main" id="{5C50BEC4-6C21-A84B-BEAC-D421C1AA1766}"/>
              </a:ext>
            </a:extLst>
          </p:cNvPr>
          <p:cNvSpPr txBox="1"/>
          <p:nvPr/>
        </p:nvSpPr>
        <p:spPr>
          <a:xfrm>
            <a:off x="4675063" y="4287112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♂♀︎︎</a:t>
            </a:r>
          </a:p>
        </p:txBody>
      </p:sp>
      <p:pic>
        <p:nvPicPr>
          <p:cNvPr id="97" name="Image 96">
            <a:extLst>
              <a:ext uri="{FF2B5EF4-FFF2-40B4-BE49-F238E27FC236}">
                <a16:creationId xmlns:a16="http://schemas.microsoft.com/office/drawing/2014/main" id="{E0562A9A-AEE3-7E44-BF08-959BB3EED0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2575603" y="4329564"/>
            <a:ext cx="308583" cy="308583"/>
          </a:xfrm>
          <a:prstGeom prst="rect">
            <a:avLst/>
          </a:prstGeom>
        </p:spPr>
      </p:pic>
      <p:pic>
        <p:nvPicPr>
          <p:cNvPr id="103" name="Image 102">
            <a:extLst>
              <a:ext uri="{FF2B5EF4-FFF2-40B4-BE49-F238E27FC236}">
                <a16:creationId xmlns:a16="http://schemas.microsoft.com/office/drawing/2014/main" id="{AEA5D2B8-04A3-7743-AC98-784BBFCE72D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38893" b="46722"/>
          <a:stretch/>
        </p:blipFill>
        <p:spPr>
          <a:xfrm>
            <a:off x="1222107" y="5234598"/>
            <a:ext cx="5147387" cy="958227"/>
          </a:xfrm>
          <a:prstGeom prst="rect">
            <a:avLst/>
          </a:prstGeom>
        </p:spPr>
      </p:pic>
      <p:sp>
        <p:nvSpPr>
          <p:cNvPr id="105" name="ZoneTexte 104">
            <a:extLst>
              <a:ext uri="{FF2B5EF4-FFF2-40B4-BE49-F238E27FC236}">
                <a16:creationId xmlns:a16="http://schemas.microsoft.com/office/drawing/2014/main" id="{D40BD942-00A9-A942-B7E8-B97D36303726}"/>
              </a:ext>
            </a:extLst>
          </p:cNvPr>
          <p:cNvSpPr txBox="1"/>
          <p:nvPr/>
        </p:nvSpPr>
        <p:spPr>
          <a:xfrm>
            <a:off x="6665063" y="4639224"/>
            <a:ext cx="514663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+mj-lt"/>
              </a:rPr>
              <a:t>CONCLUSION</a:t>
            </a:r>
          </a:p>
          <a:p>
            <a:r>
              <a:rPr lang="fr-FR" dirty="0">
                <a:latin typeface="+mj-lt"/>
              </a:rPr>
              <a:t>-&gt; in all </a:t>
            </a:r>
            <a:r>
              <a:rPr lang="fr-FR" dirty="0" err="1">
                <a:latin typeface="+mj-lt"/>
              </a:rPr>
              <a:t>samples</a:t>
            </a:r>
            <a:r>
              <a:rPr lang="fr-FR" dirty="0">
                <a:latin typeface="+mj-lt"/>
              </a:rPr>
              <a:t>, the control </a:t>
            </a:r>
            <a:r>
              <a:rPr lang="fr-FR" dirty="0" err="1">
                <a:latin typeface="+mj-lt"/>
              </a:rPr>
              <a:t>region</a:t>
            </a:r>
            <a:r>
              <a:rPr lang="fr-FR" dirty="0">
                <a:latin typeface="+mj-lt"/>
              </a:rPr>
              <a:t> </a:t>
            </a:r>
            <a:r>
              <a:rPr lang="fr-FR" dirty="0" err="1">
                <a:latin typeface="+mj-lt"/>
              </a:rPr>
              <a:t>is</a:t>
            </a:r>
            <a:r>
              <a:rPr lang="fr-FR" dirty="0">
                <a:latin typeface="+mj-lt"/>
              </a:rPr>
              <a:t> </a:t>
            </a:r>
            <a:r>
              <a:rPr lang="fr-FR" dirty="0" err="1">
                <a:latin typeface="+mj-lt"/>
              </a:rPr>
              <a:t>retained</a:t>
            </a:r>
            <a:r>
              <a:rPr lang="fr-FR" dirty="0">
                <a:latin typeface="+mj-lt"/>
              </a:rPr>
              <a:t> , the </a:t>
            </a:r>
            <a:r>
              <a:rPr lang="fr-FR" dirty="0" err="1">
                <a:latin typeface="+mj-lt"/>
              </a:rPr>
              <a:t>eliminated</a:t>
            </a:r>
            <a:r>
              <a:rPr lang="fr-FR" dirty="0">
                <a:latin typeface="+mj-lt"/>
              </a:rPr>
              <a:t> </a:t>
            </a:r>
            <a:r>
              <a:rPr lang="fr-FR" dirty="0" err="1">
                <a:latin typeface="+mj-lt"/>
              </a:rPr>
              <a:t>region</a:t>
            </a:r>
            <a:r>
              <a:rPr lang="fr-FR" dirty="0">
                <a:latin typeface="+mj-lt"/>
              </a:rPr>
              <a:t> GRS4 </a:t>
            </a:r>
            <a:r>
              <a:rPr lang="fr-FR" dirty="0" err="1">
                <a:latin typeface="+mj-lt"/>
              </a:rPr>
              <a:t>is</a:t>
            </a:r>
            <a:r>
              <a:rPr lang="fr-FR" dirty="0">
                <a:latin typeface="+mj-lt"/>
              </a:rPr>
              <a:t> not </a:t>
            </a:r>
            <a:r>
              <a:rPr lang="fr-FR" dirty="0" err="1">
                <a:latin typeface="+mj-lt"/>
              </a:rPr>
              <a:t>detected</a:t>
            </a:r>
            <a:r>
              <a:rPr lang="fr-FR" dirty="0">
                <a:latin typeface="+mj-lt"/>
              </a:rPr>
              <a:t> in the </a:t>
            </a:r>
            <a:r>
              <a:rPr lang="fr-FR" dirty="0" err="1">
                <a:latin typeface="+mj-lt"/>
              </a:rPr>
              <a:t>head</a:t>
            </a:r>
            <a:endParaRPr lang="fr-FR" dirty="0">
              <a:latin typeface="+mj-lt"/>
            </a:endParaRPr>
          </a:p>
          <a:p>
            <a:r>
              <a:rPr lang="fr-FR" dirty="0">
                <a:latin typeface="+mj-lt"/>
              </a:rPr>
              <a:t>-&gt; </a:t>
            </a:r>
            <a:r>
              <a:rPr lang="fr-FR" dirty="0" err="1">
                <a:latin typeface="+mj-lt"/>
              </a:rPr>
              <a:t>intermediate</a:t>
            </a:r>
            <a:r>
              <a:rPr lang="fr-FR" dirty="0">
                <a:latin typeface="+mj-lt"/>
              </a:rPr>
              <a:t> </a:t>
            </a:r>
            <a:r>
              <a:rPr lang="fr-FR" dirty="0" err="1">
                <a:latin typeface="+mj-lt"/>
              </a:rPr>
              <a:t>region</a:t>
            </a:r>
            <a:r>
              <a:rPr lang="fr-FR" dirty="0">
                <a:latin typeface="+mj-lt"/>
              </a:rPr>
              <a:t> </a:t>
            </a:r>
            <a:r>
              <a:rPr lang="fr-FR" dirty="0" err="1">
                <a:latin typeface="+mj-lt"/>
              </a:rPr>
              <a:t>is</a:t>
            </a:r>
            <a:r>
              <a:rPr lang="fr-FR" dirty="0">
                <a:latin typeface="+mj-lt"/>
              </a:rPr>
              <a:t> </a:t>
            </a:r>
            <a:r>
              <a:rPr lang="fr-FR" dirty="0" err="1">
                <a:latin typeface="+mj-lt"/>
              </a:rPr>
              <a:t>eliminated</a:t>
            </a:r>
            <a:r>
              <a:rPr lang="fr-FR" dirty="0">
                <a:latin typeface="+mj-lt"/>
              </a:rPr>
              <a:t> </a:t>
            </a:r>
            <a:r>
              <a:rPr lang="fr-FR" dirty="0" err="1">
                <a:latin typeface="+mj-lt"/>
              </a:rPr>
              <a:t>only</a:t>
            </a:r>
            <a:r>
              <a:rPr lang="fr-FR" dirty="0">
                <a:latin typeface="+mj-lt"/>
              </a:rPr>
              <a:t> in the soma of the 4 </a:t>
            </a:r>
            <a:r>
              <a:rPr lang="fr-FR" dirty="0" err="1">
                <a:latin typeface="+mj-lt"/>
              </a:rPr>
              <a:t>females</a:t>
            </a:r>
            <a:r>
              <a:rPr lang="fr-FR" dirty="0">
                <a:latin typeface="+mj-lt"/>
              </a:rPr>
              <a:t> ! 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689DF64D-B84C-4846-876F-000A0D26EF46}"/>
              </a:ext>
            </a:extLst>
          </p:cNvPr>
          <p:cNvSpPr/>
          <p:nvPr/>
        </p:nvSpPr>
        <p:spPr>
          <a:xfrm>
            <a:off x="1078849" y="1312671"/>
            <a:ext cx="359228" cy="1316683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DE58B2A7-B107-E645-ACED-012CF5716A4B}"/>
              </a:ext>
            </a:extLst>
          </p:cNvPr>
          <p:cNvSpPr txBox="1"/>
          <p:nvPr/>
        </p:nvSpPr>
        <p:spPr>
          <a:xfrm rot="16200000">
            <a:off x="928328" y="1726732"/>
            <a:ext cx="670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latin typeface="+mj-lt"/>
              </a:rPr>
              <a:t>GRS4</a:t>
            </a:r>
          </a:p>
        </p:txBody>
      </p:sp>
      <p:grpSp>
        <p:nvGrpSpPr>
          <p:cNvPr id="3" name="Groupe 2">
            <a:extLst>
              <a:ext uri="{FF2B5EF4-FFF2-40B4-BE49-F238E27FC236}">
                <a16:creationId xmlns:a16="http://schemas.microsoft.com/office/drawing/2014/main" id="{D545CB3B-C430-7444-86FF-D08E4858B958}"/>
              </a:ext>
            </a:extLst>
          </p:cNvPr>
          <p:cNvGrpSpPr/>
          <p:nvPr/>
        </p:nvGrpSpPr>
        <p:grpSpPr>
          <a:xfrm>
            <a:off x="1057554" y="3015175"/>
            <a:ext cx="369332" cy="1316683"/>
            <a:chOff x="1057554" y="3015175"/>
            <a:chExt cx="369332" cy="1316683"/>
          </a:xfrm>
        </p:grpSpPr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172162BA-7F5B-8C49-BC1B-DBAF0C2E31CD}"/>
                </a:ext>
              </a:extLst>
            </p:cNvPr>
            <p:cNvSpPr/>
            <p:nvPr/>
          </p:nvSpPr>
          <p:spPr>
            <a:xfrm>
              <a:off x="1067183" y="3015175"/>
              <a:ext cx="359228" cy="1316683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98" name="ZoneTexte 97">
              <a:extLst>
                <a:ext uri="{FF2B5EF4-FFF2-40B4-BE49-F238E27FC236}">
                  <a16:creationId xmlns:a16="http://schemas.microsoft.com/office/drawing/2014/main" id="{A4FAF15F-7A89-F54B-BD67-0FB323DAB5BC}"/>
                </a:ext>
              </a:extLst>
            </p:cNvPr>
            <p:cNvSpPr txBox="1"/>
            <p:nvPr/>
          </p:nvSpPr>
          <p:spPr>
            <a:xfrm rot="16200000">
              <a:off x="1033669" y="3448302"/>
              <a:ext cx="4171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>
                  <a:latin typeface="+mj-lt"/>
                </a:rPr>
                <a:t>X1</a:t>
              </a:r>
            </a:p>
          </p:txBody>
        </p:sp>
      </p:grpSp>
      <p:grpSp>
        <p:nvGrpSpPr>
          <p:cNvPr id="10" name="Groupe 9">
            <a:extLst>
              <a:ext uri="{FF2B5EF4-FFF2-40B4-BE49-F238E27FC236}">
                <a16:creationId xmlns:a16="http://schemas.microsoft.com/office/drawing/2014/main" id="{F36062CE-DAD8-6443-B1D4-56BC6FA418C2}"/>
              </a:ext>
            </a:extLst>
          </p:cNvPr>
          <p:cNvGrpSpPr/>
          <p:nvPr/>
        </p:nvGrpSpPr>
        <p:grpSpPr>
          <a:xfrm>
            <a:off x="1042537" y="4936809"/>
            <a:ext cx="374245" cy="1316683"/>
            <a:chOff x="1042537" y="4936809"/>
            <a:chExt cx="374245" cy="1316683"/>
          </a:xfrm>
        </p:grpSpPr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52E51216-3DBC-4046-96BE-6E0B625FA99C}"/>
                </a:ext>
              </a:extLst>
            </p:cNvPr>
            <p:cNvSpPr/>
            <p:nvPr/>
          </p:nvSpPr>
          <p:spPr>
            <a:xfrm>
              <a:off x="1057554" y="4936809"/>
              <a:ext cx="359228" cy="1316683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02" name="ZoneTexte 101">
              <a:extLst>
                <a:ext uri="{FF2B5EF4-FFF2-40B4-BE49-F238E27FC236}">
                  <a16:creationId xmlns:a16="http://schemas.microsoft.com/office/drawing/2014/main" id="{B0F8C3B8-ADDB-1A4C-ABDA-69865FC16E79}"/>
                </a:ext>
              </a:extLst>
            </p:cNvPr>
            <p:cNvSpPr txBox="1"/>
            <p:nvPr/>
          </p:nvSpPr>
          <p:spPr>
            <a:xfrm rot="16200000">
              <a:off x="788621" y="5387577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>
                  <a:latin typeface="+mj-lt"/>
                </a:rPr>
                <a:t>15115g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45057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0433E7B6-8865-6A40-A930-B504FD2ABEAC}"/>
              </a:ext>
            </a:extLst>
          </p:cNvPr>
          <p:cNvSpPr txBox="1"/>
          <p:nvPr/>
        </p:nvSpPr>
        <p:spPr>
          <a:xfrm>
            <a:off x="1258463" y="283376"/>
            <a:ext cx="10233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>
                <a:latin typeface="+mj-lt"/>
              </a:rPr>
              <a:t>Experiment</a:t>
            </a:r>
            <a:r>
              <a:rPr lang="fr-FR" dirty="0">
                <a:latin typeface="+mj-lt"/>
              </a:rPr>
              <a:t> #2 on </a:t>
            </a:r>
            <a:r>
              <a:rPr lang="fr-FR" dirty="0" err="1">
                <a:latin typeface="+mj-lt"/>
              </a:rPr>
              <a:t>our</a:t>
            </a:r>
            <a:r>
              <a:rPr lang="fr-FR" dirty="0">
                <a:latin typeface="+mj-lt"/>
              </a:rPr>
              <a:t> PS1017 </a:t>
            </a:r>
            <a:r>
              <a:rPr lang="fr-FR" dirty="0" err="1">
                <a:latin typeface="+mj-lt"/>
              </a:rPr>
              <a:t>strain</a:t>
            </a:r>
            <a:r>
              <a:rPr lang="fr-FR" dirty="0">
                <a:latin typeface="+mj-lt"/>
              </a:rPr>
              <a:t> (full of males): on 4 </a:t>
            </a:r>
            <a:r>
              <a:rPr lang="fr-FR" dirty="0" err="1">
                <a:latin typeface="+mj-lt"/>
              </a:rPr>
              <a:t>other</a:t>
            </a:r>
            <a:r>
              <a:rPr lang="fr-FR" dirty="0">
                <a:latin typeface="+mj-lt"/>
              </a:rPr>
              <a:t> </a:t>
            </a:r>
            <a:r>
              <a:rPr lang="fr-FR" dirty="0" err="1">
                <a:latin typeface="+mj-lt"/>
              </a:rPr>
              <a:t>dissected</a:t>
            </a:r>
            <a:r>
              <a:rPr lang="fr-FR" dirty="0">
                <a:latin typeface="+mj-lt"/>
              </a:rPr>
              <a:t> </a:t>
            </a:r>
            <a:r>
              <a:rPr lang="fr-FR" dirty="0" err="1">
                <a:latin typeface="+mj-lt"/>
              </a:rPr>
              <a:t>females</a:t>
            </a:r>
            <a:r>
              <a:rPr lang="fr-FR" dirty="0">
                <a:latin typeface="+mj-lt"/>
              </a:rPr>
              <a:t> and 4 </a:t>
            </a:r>
            <a:r>
              <a:rPr lang="fr-FR" dirty="0" err="1">
                <a:latin typeface="+mj-lt"/>
              </a:rPr>
              <a:t>other</a:t>
            </a:r>
            <a:r>
              <a:rPr lang="fr-FR" dirty="0">
                <a:latin typeface="+mj-lt"/>
              </a:rPr>
              <a:t> </a:t>
            </a:r>
            <a:r>
              <a:rPr lang="fr-FR" dirty="0" err="1">
                <a:latin typeface="+mj-lt"/>
              </a:rPr>
              <a:t>dissected</a:t>
            </a:r>
            <a:r>
              <a:rPr lang="fr-FR" dirty="0">
                <a:latin typeface="+mj-lt"/>
              </a:rPr>
              <a:t> males</a:t>
            </a:r>
          </a:p>
        </p:txBody>
      </p:sp>
      <p:sp>
        <p:nvSpPr>
          <p:cNvPr id="105" name="ZoneTexte 104">
            <a:extLst>
              <a:ext uri="{FF2B5EF4-FFF2-40B4-BE49-F238E27FC236}">
                <a16:creationId xmlns:a16="http://schemas.microsoft.com/office/drawing/2014/main" id="{D40BD942-00A9-A942-B7E8-B97D36303726}"/>
              </a:ext>
            </a:extLst>
          </p:cNvPr>
          <p:cNvSpPr txBox="1"/>
          <p:nvPr/>
        </p:nvSpPr>
        <p:spPr>
          <a:xfrm>
            <a:off x="6630459" y="2188863"/>
            <a:ext cx="514663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+mj-lt"/>
              </a:rPr>
              <a:t>CONCLUSION</a:t>
            </a:r>
          </a:p>
          <a:p>
            <a:r>
              <a:rPr lang="fr-FR" dirty="0">
                <a:latin typeface="+mj-lt"/>
              </a:rPr>
              <a:t>-&gt; in all </a:t>
            </a:r>
            <a:r>
              <a:rPr lang="fr-FR" dirty="0" err="1">
                <a:latin typeface="+mj-lt"/>
              </a:rPr>
              <a:t>samples</a:t>
            </a:r>
            <a:r>
              <a:rPr lang="fr-FR" dirty="0">
                <a:latin typeface="+mj-lt"/>
              </a:rPr>
              <a:t>, the control </a:t>
            </a:r>
            <a:r>
              <a:rPr lang="fr-FR" dirty="0" err="1">
                <a:latin typeface="+mj-lt"/>
              </a:rPr>
              <a:t>region</a:t>
            </a:r>
            <a:r>
              <a:rPr lang="fr-FR" dirty="0">
                <a:latin typeface="+mj-lt"/>
              </a:rPr>
              <a:t> X1 </a:t>
            </a:r>
            <a:r>
              <a:rPr lang="fr-FR" dirty="0" err="1">
                <a:latin typeface="+mj-lt"/>
              </a:rPr>
              <a:t>is</a:t>
            </a:r>
            <a:r>
              <a:rPr lang="fr-FR" dirty="0">
                <a:latin typeface="+mj-lt"/>
              </a:rPr>
              <a:t> </a:t>
            </a:r>
            <a:r>
              <a:rPr lang="fr-FR" dirty="0" err="1">
                <a:latin typeface="+mj-lt"/>
              </a:rPr>
              <a:t>retained</a:t>
            </a:r>
            <a:r>
              <a:rPr lang="fr-FR" dirty="0">
                <a:latin typeface="+mj-lt"/>
              </a:rPr>
              <a:t> , </a:t>
            </a:r>
          </a:p>
          <a:p>
            <a:r>
              <a:rPr lang="fr-FR" dirty="0">
                <a:latin typeface="+mj-lt"/>
              </a:rPr>
              <a:t>-&gt; GRS4 </a:t>
            </a:r>
            <a:r>
              <a:rPr lang="fr-FR" dirty="0" err="1">
                <a:latin typeface="+mj-lt"/>
              </a:rPr>
              <a:t>does</a:t>
            </a:r>
            <a:r>
              <a:rPr lang="fr-FR" dirty="0">
                <a:latin typeface="+mj-lt"/>
              </a:rPr>
              <a:t> not </a:t>
            </a:r>
            <a:r>
              <a:rPr lang="fr-FR" dirty="0" err="1">
                <a:latin typeface="+mj-lt"/>
              </a:rPr>
              <a:t>really</a:t>
            </a:r>
            <a:r>
              <a:rPr lang="fr-FR" dirty="0">
                <a:latin typeface="+mj-lt"/>
              </a:rPr>
              <a:t> </a:t>
            </a:r>
            <a:r>
              <a:rPr lang="fr-FR" dirty="0" err="1">
                <a:latin typeface="+mj-lt"/>
              </a:rPr>
              <a:t>work</a:t>
            </a:r>
            <a:r>
              <a:rPr lang="fr-FR" dirty="0">
                <a:latin typeface="+mj-lt"/>
              </a:rPr>
              <a:t> </a:t>
            </a:r>
            <a:r>
              <a:rPr lang="fr-FR" dirty="0" err="1">
                <a:latin typeface="+mj-lt"/>
              </a:rPr>
              <a:t>anymore</a:t>
            </a:r>
            <a:r>
              <a:rPr lang="fr-FR" dirty="0">
                <a:latin typeface="+mj-lt"/>
              </a:rPr>
              <a:t>, </a:t>
            </a:r>
            <a:r>
              <a:rPr lang="fr-FR" dirty="0" err="1">
                <a:latin typeface="+mj-lt"/>
              </a:rPr>
              <a:t>since</a:t>
            </a:r>
            <a:r>
              <a:rPr lang="fr-FR" dirty="0">
                <a:latin typeface="+mj-lt"/>
              </a:rPr>
              <a:t> </a:t>
            </a:r>
            <a:r>
              <a:rPr lang="fr-FR" dirty="0" err="1">
                <a:latin typeface="+mj-lt"/>
              </a:rPr>
              <a:t>tiny</a:t>
            </a:r>
            <a:r>
              <a:rPr lang="fr-FR" dirty="0">
                <a:latin typeface="+mj-lt"/>
              </a:rPr>
              <a:t> bands are </a:t>
            </a:r>
            <a:r>
              <a:rPr lang="fr-FR" dirty="0" err="1">
                <a:latin typeface="+mj-lt"/>
              </a:rPr>
              <a:t>now</a:t>
            </a:r>
            <a:r>
              <a:rPr lang="fr-FR" dirty="0">
                <a:latin typeface="+mj-lt"/>
              </a:rPr>
              <a:t> </a:t>
            </a:r>
            <a:r>
              <a:rPr lang="fr-FR" dirty="0" err="1">
                <a:latin typeface="+mj-lt"/>
              </a:rPr>
              <a:t>detected</a:t>
            </a:r>
            <a:r>
              <a:rPr lang="fr-FR" dirty="0">
                <a:latin typeface="+mj-lt"/>
              </a:rPr>
              <a:t> in </a:t>
            </a:r>
            <a:r>
              <a:rPr lang="fr-FR" dirty="0" err="1">
                <a:latin typeface="+mj-lt"/>
              </a:rPr>
              <a:t>some</a:t>
            </a:r>
            <a:r>
              <a:rPr lang="fr-FR" dirty="0">
                <a:latin typeface="+mj-lt"/>
              </a:rPr>
              <a:t> </a:t>
            </a:r>
            <a:r>
              <a:rPr lang="fr-FR" dirty="0" err="1">
                <a:latin typeface="+mj-lt"/>
              </a:rPr>
              <a:t>heads</a:t>
            </a:r>
            <a:r>
              <a:rPr lang="fr-FR" dirty="0">
                <a:latin typeface="+mj-lt"/>
              </a:rPr>
              <a:t> ! WHY ??</a:t>
            </a:r>
          </a:p>
          <a:p>
            <a:r>
              <a:rPr lang="fr-FR" dirty="0">
                <a:latin typeface="+mj-lt"/>
              </a:rPr>
              <a:t>-&gt; GRS2 </a:t>
            </a:r>
            <a:r>
              <a:rPr lang="fr-FR" dirty="0" err="1">
                <a:latin typeface="+mj-lt"/>
              </a:rPr>
              <a:t>seems</a:t>
            </a:r>
            <a:r>
              <a:rPr lang="fr-FR" dirty="0">
                <a:latin typeface="+mj-lt"/>
              </a:rPr>
              <a:t> </a:t>
            </a:r>
            <a:r>
              <a:rPr lang="fr-FR" dirty="0" err="1">
                <a:latin typeface="+mj-lt"/>
              </a:rPr>
              <a:t>better</a:t>
            </a:r>
            <a:r>
              <a:rPr lang="fr-FR" dirty="0">
                <a:latin typeface="+mj-lt"/>
              </a:rPr>
              <a:t> as a control for the </a:t>
            </a:r>
            <a:r>
              <a:rPr lang="fr-FR" dirty="0" err="1">
                <a:latin typeface="+mj-lt"/>
              </a:rPr>
              <a:t>eliminated</a:t>
            </a:r>
            <a:r>
              <a:rPr lang="fr-FR" dirty="0">
                <a:latin typeface="+mj-lt"/>
              </a:rPr>
              <a:t> </a:t>
            </a:r>
            <a:r>
              <a:rPr lang="fr-FR" dirty="0" err="1">
                <a:latin typeface="+mj-lt"/>
              </a:rPr>
              <a:t>region</a:t>
            </a:r>
            <a:r>
              <a:rPr lang="fr-FR" dirty="0">
                <a:latin typeface="+mj-lt"/>
              </a:rPr>
              <a:t> </a:t>
            </a:r>
          </a:p>
          <a:p>
            <a:r>
              <a:rPr lang="fr-FR" dirty="0">
                <a:latin typeface="+mj-lt"/>
              </a:rPr>
              <a:t>-&gt; the </a:t>
            </a:r>
            <a:r>
              <a:rPr lang="fr-FR" dirty="0" err="1">
                <a:latin typeface="+mj-lt"/>
              </a:rPr>
              <a:t>intermediate</a:t>
            </a:r>
            <a:r>
              <a:rPr lang="fr-FR" dirty="0">
                <a:latin typeface="+mj-lt"/>
              </a:rPr>
              <a:t> </a:t>
            </a:r>
            <a:r>
              <a:rPr lang="fr-FR" dirty="0" err="1">
                <a:latin typeface="+mj-lt"/>
              </a:rPr>
              <a:t>region</a:t>
            </a:r>
            <a:r>
              <a:rPr lang="fr-FR" dirty="0">
                <a:latin typeface="+mj-lt"/>
              </a:rPr>
              <a:t> shows </a:t>
            </a:r>
            <a:r>
              <a:rPr lang="fr-FR" dirty="0" err="1">
                <a:latin typeface="+mj-lt"/>
              </a:rPr>
              <a:t>inconsistent</a:t>
            </a:r>
            <a:r>
              <a:rPr lang="fr-FR" dirty="0">
                <a:latin typeface="+mj-lt"/>
              </a:rPr>
              <a:t> </a:t>
            </a:r>
            <a:r>
              <a:rPr lang="fr-FR" dirty="0" err="1">
                <a:latin typeface="+mj-lt"/>
              </a:rPr>
              <a:t>results</a:t>
            </a:r>
            <a:r>
              <a:rPr lang="fr-FR" dirty="0">
                <a:latin typeface="+mj-lt"/>
              </a:rPr>
              <a:t>: no more </a:t>
            </a:r>
            <a:r>
              <a:rPr lang="fr-FR" dirty="0" err="1">
                <a:latin typeface="+mj-lt"/>
              </a:rPr>
              <a:t>detection</a:t>
            </a:r>
            <a:r>
              <a:rPr lang="fr-FR" dirty="0">
                <a:latin typeface="+mj-lt"/>
              </a:rPr>
              <a:t> in the male </a:t>
            </a:r>
            <a:r>
              <a:rPr lang="fr-FR" dirty="0" err="1">
                <a:latin typeface="+mj-lt"/>
              </a:rPr>
              <a:t>heads</a:t>
            </a:r>
            <a:r>
              <a:rPr lang="fr-FR" dirty="0">
                <a:latin typeface="+mj-lt"/>
              </a:rPr>
              <a:t>, </a:t>
            </a:r>
            <a:r>
              <a:rPr lang="fr-FR" dirty="0" err="1">
                <a:latin typeface="+mj-lt"/>
              </a:rPr>
              <a:t>detection</a:t>
            </a:r>
            <a:r>
              <a:rPr lang="fr-FR" dirty="0">
                <a:latin typeface="+mj-lt"/>
              </a:rPr>
              <a:t> in the </a:t>
            </a:r>
            <a:r>
              <a:rPr lang="fr-FR" dirty="0" err="1">
                <a:latin typeface="+mj-lt"/>
              </a:rPr>
              <a:t>head</a:t>
            </a:r>
            <a:r>
              <a:rPr lang="fr-FR" dirty="0">
                <a:latin typeface="+mj-lt"/>
              </a:rPr>
              <a:t> of 1 </a:t>
            </a:r>
            <a:r>
              <a:rPr lang="fr-FR" dirty="0" err="1">
                <a:latin typeface="+mj-lt"/>
              </a:rPr>
              <a:t>female</a:t>
            </a:r>
            <a:r>
              <a:rPr lang="fr-FR" dirty="0">
                <a:latin typeface="+mj-lt"/>
              </a:rPr>
              <a:t> (and not in </a:t>
            </a:r>
            <a:r>
              <a:rPr lang="fr-FR" dirty="0" err="1">
                <a:latin typeface="+mj-lt"/>
              </a:rPr>
              <a:t>its</a:t>
            </a:r>
            <a:r>
              <a:rPr lang="fr-FR" dirty="0">
                <a:latin typeface="+mj-lt"/>
              </a:rPr>
              <a:t> body BTW) in </a:t>
            </a:r>
            <a:r>
              <a:rPr lang="fr-FR" dirty="0" err="1">
                <a:latin typeface="+mj-lt"/>
              </a:rPr>
              <a:t>this</a:t>
            </a:r>
            <a:r>
              <a:rPr lang="fr-FR" dirty="0">
                <a:latin typeface="+mj-lt"/>
              </a:rPr>
              <a:t> ex. in </a:t>
            </a:r>
            <a:r>
              <a:rPr lang="fr-FR" dirty="0" err="1">
                <a:latin typeface="+mj-lt"/>
              </a:rPr>
              <a:t>other</a:t>
            </a:r>
            <a:r>
              <a:rPr lang="fr-FR" dirty="0">
                <a:latin typeface="+mj-lt"/>
              </a:rPr>
              <a:t> gels, </a:t>
            </a:r>
            <a:r>
              <a:rPr lang="fr-FR" dirty="0" err="1">
                <a:latin typeface="+mj-lt"/>
              </a:rPr>
              <a:t>it</a:t>
            </a:r>
            <a:r>
              <a:rPr lang="fr-FR" dirty="0">
                <a:latin typeface="+mj-lt"/>
              </a:rPr>
              <a:t> </a:t>
            </a:r>
            <a:r>
              <a:rPr lang="fr-FR" dirty="0" err="1">
                <a:latin typeface="+mj-lt"/>
              </a:rPr>
              <a:t>sounds</a:t>
            </a:r>
            <a:r>
              <a:rPr lang="fr-FR" dirty="0">
                <a:latin typeface="+mj-lt"/>
              </a:rPr>
              <a:t> </a:t>
            </a:r>
            <a:r>
              <a:rPr lang="fr-FR" dirty="0" err="1">
                <a:latin typeface="+mj-lt"/>
              </a:rPr>
              <a:t>like</a:t>
            </a:r>
            <a:r>
              <a:rPr lang="fr-FR" dirty="0">
                <a:latin typeface="+mj-lt"/>
              </a:rPr>
              <a:t> </a:t>
            </a:r>
            <a:r>
              <a:rPr lang="fr-FR" dirty="0" err="1">
                <a:latin typeface="+mj-lt"/>
              </a:rPr>
              <a:t>it</a:t>
            </a:r>
            <a:r>
              <a:rPr lang="fr-FR" dirty="0">
                <a:latin typeface="+mj-lt"/>
              </a:rPr>
              <a:t> </a:t>
            </a:r>
            <a:r>
              <a:rPr lang="fr-FR" dirty="0" err="1">
                <a:latin typeface="+mj-lt"/>
              </a:rPr>
              <a:t>is</a:t>
            </a:r>
            <a:r>
              <a:rPr lang="fr-FR" dirty="0">
                <a:latin typeface="+mj-lt"/>
              </a:rPr>
              <a:t> </a:t>
            </a:r>
            <a:r>
              <a:rPr lang="fr-FR" dirty="0" err="1">
                <a:latin typeface="+mj-lt"/>
              </a:rPr>
              <a:t>random</a:t>
            </a:r>
            <a:r>
              <a:rPr lang="fr-FR" dirty="0">
                <a:latin typeface="+mj-lt"/>
              </a:rPr>
              <a:t>, but not </a:t>
            </a:r>
            <a:r>
              <a:rPr lang="fr-FR" dirty="0" err="1">
                <a:latin typeface="+mj-lt"/>
              </a:rPr>
              <a:t>sex-specific</a:t>
            </a:r>
            <a:endParaRPr lang="fr-FR" dirty="0">
              <a:latin typeface="+mj-lt"/>
            </a:endParaRPr>
          </a:p>
        </p:txBody>
      </p:sp>
      <p:grpSp>
        <p:nvGrpSpPr>
          <p:cNvPr id="69" name="Groupe 68">
            <a:extLst>
              <a:ext uri="{FF2B5EF4-FFF2-40B4-BE49-F238E27FC236}">
                <a16:creationId xmlns:a16="http://schemas.microsoft.com/office/drawing/2014/main" id="{F19C88F8-A7D1-684A-AD57-4D88C123E087}"/>
              </a:ext>
            </a:extLst>
          </p:cNvPr>
          <p:cNvGrpSpPr/>
          <p:nvPr/>
        </p:nvGrpSpPr>
        <p:grpSpPr>
          <a:xfrm>
            <a:off x="1055993" y="2279343"/>
            <a:ext cx="4520184" cy="1495658"/>
            <a:chOff x="1075073" y="678637"/>
            <a:chExt cx="4520184" cy="1495658"/>
          </a:xfrm>
        </p:grpSpPr>
        <p:pic>
          <p:nvPicPr>
            <p:cNvPr id="63" name="Image 62">
              <a:extLst>
                <a:ext uri="{FF2B5EF4-FFF2-40B4-BE49-F238E27FC236}">
                  <a16:creationId xmlns:a16="http://schemas.microsoft.com/office/drawing/2014/main" id="{8F2B516A-F1E6-A244-8C99-EDFCCC85D7E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>
                      <a14:imgEffect>
                        <a14:brightnessContrast contrast="-40000"/>
                      </a14:imgEffect>
                    </a14:imgLayer>
                  </a14:imgProps>
                </a:ext>
              </a:extLst>
            </a:blip>
            <a:srcRect l="78007" t="18410" r="-1"/>
            <a:stretch/>
          </p:blipFill>
          <p:spPr>
            <a:xfrm rot="16200000">
              <a:off x="3156061" y="-381857"/>
              <a:ext cx="655325" cy="4223067"/>
            </a:xfrm>
            <a:prstGeom prst="rect">
              <a:avLst/>
            </a:prstGeom>
          </p:spPr>
        </p:pic>
        <p:grpSp>
          <p:nvGrpSpPr>
            <p:cNvPr id="65" name="Groupe 64">
              <a:extLst>
                <a:ext uri="{FF2B5EF4-FFF2-40B4-BE49-F238E27FC236}">
                  <a16:creationId xmlns:a16="http://schemas.microsoft.com/office/drawing/2014/main" id="{ED75AD50-5520-1442-8B89-E4B5FD24252C}"/>
                </a:ext>
              </a:extLst>
            </p:cNvPr>
            <p:cNvGrpSpPr/>
            <p:nvPr/>
          </p:nvGrpSpPr>
          <p:grpSpPr>
            <a:xfrm>
              <a:off x="1673596" y="678637"/>
              <a:ext cx="3638275" cy="763562"/>
              <a:chOff x="1673596" y="678637"/>
              <a:chExt cx="3638275" cy="763562"/>
            </a:xfrm>
          </p:grpSpPr>
          <p:sp>
            <p:nvSpPr>
              <p:cNvPr id="12" name="ZoneTexte 11">
                <a:extLst>
                  <a:ext uri="{FF2B5EF4-FFF2-40B4-BE49-F238E27FC236}">
                    <a16:creationId xmlns:a16="http://schemas.microsoft.com/office/drawing/2014/main" id="{A8AEA5AC-F50F-E242-BB93-9E05F5BE76BC}"/>
                  </a:ext>
                </a:extLst>
              </p:cNvPr>
              <p:cNvSpPr txBox="1"/>
              <p:nvPr/>
            </p:nvSpPr>
            <p:spPr>
              <a:xfrm rot="16200000">
                <a:off x="1603381" y="1018766"/>
                <a:ext cx="388628" cy="2481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200" dirty="0">
                    <a:latin typeface="+mj-lt"/>
                  </a:rPr>
                  <a:t>Head</a:t>
                </a:r>
              </a:p>
            </p:txBody>
          </p:sp>
          <p:sp>
            <p:nvSpPr>
              <p:cNvPr id="13" name="ZoneTexte 12">
                <a:extLst>
                  <a:ext uri="{FF2B5EF4-FFF2-40B4-BE49-F238E27FC236}">
                    <a16:creationId xmlns:a16="http://schemas.microsoft.com/office/drawing/2014/main" id="{88B22362-2A97-CD41-9D08-A62071FD74A2}"/>
                  </a:ext>
                </a:extLst>
              </p:cNvPr>
              <p:cNvSpPr txBox="1"/>
              <p:nvPr/>
            </p:nvSpPr>
            <p:spPr>
              <a:xfrm rot="16200000">
                <a:off x="1822883" y="1027113"/>
                <a:ext cx="378796" cy="2481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200" dirty="0">
                    <a:latin typeface="+mj-lt"/>
                  </a:rPr>
                  <a:t>Body</a:t>
                </a:r>
              </a:p>
            </p:txBody>
          </p:sp>
          <p:sp>
            <p:nvSpPr>
              <p:cNvPr id="14" name="ZoneTexte 13">
                <a:extLst>
                  <a:ext uri="{FF2B5EF4-FFF2-40B4-BE49-F238E27FC236}">
                    <a16:creationId xmlns:a16="http://schemas.microsoft.com/office/drawing/2014/main" id="{B5D8C978-8FE2-AA48-BA31-0319D2C30785}"/>
                  </a:ext>
                </a:extLst>
              </p:cNvPr>
              <p:cNvSpPr txBox="1"/>
              <p:nvPr/>
            </p:nvSpPr>
            <p:spPr>
              <a:xfrm rot="16200000">
                <a:off x="2010170" y="1018765"/>
                <a:ext cx="388628" cy="2481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200" dirty="0">
                    <a:latin typeface="+mj-lt"/>
                  </a:rPr>
                  <a:t>Head</a:t>
                </a:r>
              </a:p>
            </p:txBody>
          </p:sp>
          <p:sp>
            <p:nvSpPr>
              <p:cNvPr id="15" name="ZoneTexte 14">
                <a:extLst>
                  <a:ext uri="{FF2B5EF4-FFF2-40B4-BE49-F238E27FC236}">
                    <a16:creationId xmlns:a16="http://schemas.microsoft.com/office/drawing/2014/main" id="{1F151E99-CA43-5649-ACDF-527A7EEF6455}"/>
                  </a:ext>
                </a:extLst>
              </p:cNvPr>
              <p:cNvSpPr txBox="1"/>
              <p:nvPr/>
            </p:nvSpPr>
            <p:spPr>
              <a:xfrm rot="16200000">
                <a:off x="2229672" y="1027112"/>
                <a:ext cx="378796" cy="2481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200" dirty="0">
                    <a:latin typeface="+mj-lt"/>
                  </a:rPr>
                  <a:t>Body</a:t>
                </a:r>
              </a:p>
            </p:txBody>
          </p:sp>
          <p:sp>
            <p:nvSpPr>
              <p:cNvPr id="16" name="ZoneTexte 15">
                <a:extLst>
                  <a:ext uri="{FF2B5EF4-FFF2-40B4-BE49-F238E27FC236}">
                    <a16:creationId xmlns:a16="http://schemas.microsoft.com/office/drawing/2014/main" id="{F68BACEF-8E1D-9045-8B90-486E4A98AE07}"/>
                  </a:ext>
                </a:extLst>
              </p:cNvPr>
              <p:cNvSpPr txBox="1"/>
              <p:nvPr/>
            </p:nvSpPr>
            <p:spPr>
              <a:xfrm rot="16200000">
                <a:off x="2427383" y="1026526"/>
                <a:ext cx="388628" cy="2481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200" dirty="0">
                    <a:latin typeface="+mj-lt"/>
                  </a:rPr>
                  <a:t>Head</a:t>
                </a:r>
              </a:p>
            </p:txBody>
          </p:sp>
          <p:sp>
            <p:nvSpPr>
              <p:cNvPr id="17" name="ZoneTexte 16">
                <a:extLst>
                  <a:ext uri="{FF2B5EF4-FFF2-40B4-BE49-F238E27FC236}">
                    <a16:creationId xmlns:a16="http://schemas.microsoft.com/office/drawing/2014/main" id="{64A9CB38-B85A-B848-8DED-56DE7FDAAC89}"/>
                  </a:ext>
                </a:extLst>
              </p:cNvPr>
              <p:cNvSpPr txBox="1"/>
              <p:nvPr/>
            </p:nvSpPr>
            <p:spPr>
              <a:xfrm rot="16200000">
                <a:off x="2646884" y="1034873"/>
                <a:ext cx="378796" cy="2481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200" dirty="0">
                    <a:latin typeface="+mj-lt"/>
                  </a:rPr>
                  <a:t>Body</a:t>
                </a:r>
              </a:p>
            </p:txBody>
          </p:sp>
          <p:sp>
            <p:nvSpPr>
              <p:cNvPr id="18" name="ZoneTexte 17">
                <a:extLst>
                  <a:ext uri="{FF2B5EF4-FFF2-40B4-BE49-F238E27FC236}">
                    <a16:creationId xmlns:a16="http://schemas.microsoft.com/office/drawing/2014/main" id="{4DF9AB5B-B94B-BA48-BF85-94F558A9C15F}"/>
                  </a:ext>
                </a:extLst>
              </p:cNvPr>
              <p:cNvSpPr txBox="1"/>
              <p:nvPr/>
            </p:nvSpPr>
            <p:spPr>
              <a:xfrm rot="16200000">
                <a:off x="2855019" y="1026526"/>
                <a:ext cx="388628" cy="2481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200" dirty="0">
                    <a:latin typeface="+mj-lt"/>
                  </a:rPr>
                  <a:t>Head</a:t>
                </a:r>
              </a:p>
            </p:txBody>
          </p:sp>
          <p:sp>
            <p:nvSpPr>
              <p:cNvPr id="19" name="ZoneTexte 18">
                <a:extLst>
                  <a:ext uri="{FF2B5EF4-FFF2-40B4-BE49-F238E27FC236}">
                    <a16:creationId xmlns:a16="http://schemas.microsoft.com/office/drawing/2014/main" id="{151B22AC-471A-3E47-871F-BF0657C3C4EB}"/>
                  </a:ext>
                </a:extLst>
              </p:cNvPr>
              <p:cNvSpPr txBox="1"/>
              <p:nvPr/>
            </p:nvSpPr>
            <p:spPr>
              <a:xfrm rot="16200000">
                <a:off x="3074520" y="1034873"/>
                <a:ext cx="378796" cy="2481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200" dirty="0">
                    <a:latin typeface="+mj-lt"/>
                  </a:rPr>
                  <a:t>Body</a:t>
                </a:r>
              </a:p>
            </p:txBody>
          </p:sp>
          <p:sp>
            <p:nvSpPr>
              <p:cNvPr id="20" name="ZoneTexte 19">
                <a:extLst>
                  <a:ext uri="{FF2B5EF4-FFF2-40B4-BE49-F238E27FC236}">
                    <a16:creationId xmlns:a16="http://schemas.microsoft.com/office/drawing/2014/main" id="{A8B76642-A71E-C147-A4D7-9EE20381F448}"/>
                  </a:ext>
                </a:extLst>
              </p:cNvPr>
              <p:cNvSpPr txBox="1"/>
              <p:nvPr/>
            </p:nvSpPr>
            <p:spPr>
              <a:xfrm rot="16200000">
                <a:off x="3527236" y="1024560"/>
                <a:ext cx="388628" cy="2481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200" dirty="0">
                    <a:latin typeface="+mj-lt"/>
                  </a:rPr>
                  <a:t>Head</a:t>
                </a:r>
              </a:p>
            </p:txBody>
          </p:sp>
          <p:sp>
            <p:nvSpPr>
              <p:cNvPr id="21" name="ZoneTexte 20">
                <a:extLst>
                  <a:ext uri="{FF2B5EF4-FFF2-40B4-BE49-F238E27FC236}">
                    <a16:creationId xmlns:a16="http://schemas.microsoft.com/office/drawing/2014/main" id="{D76997FB-81BB-CD43-A9FE-304486861B45}"/>
                  </a:ext>
                </a:extLst>
              </p:cNvPr>
              <p:cNvSpPr txBox="1"/>
              <p:nvPr/>
            </p:nvSpPr>
            <p:spPr>
              <a:xfrm rot="16200000">
                <a:off x="3746737" y="1032907"/>
                <a:ext cx="378796" cy="2481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200" dirty="0">
                    <a:latin typeface="+mj-lt"/>
                  </a:rPr>
                  <a:t>Body</a:t>
                </a:r>
              </a:p>
            </p:txBody>
          </p:sp>
          <p:sp>
            <p:nvSpPr>
              <p:cNvPr id="22" name="ZoneTexte 21">
                <a:extLst>
                  <a:ext uri="{FF2B5EF4-FFF2-40B4-BE49-F238E27FC236}">
                    <a16:creationId xmlns:a16="http://schemas.microsoft.com/office/drawing/2014/main" id="{CFD2A359-8D5C-0F44-8074-7641E1046A3F}"/>
                  </a:ext>
                </a:extLst>
              </p:cNvPr>
              <p:cNvSpPr txBox="1"/>
              <p:nvPr/>
            </p:nvSpPr>
            <p:spPr>
              <a:xfrm rot="16200000">
                <a:off x="3934025" y="1024559"/>
                <a:ext cx="388628" cy="2481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200" dirty="0">
                    <a:latin typeface="+mj-lt"/>
                  </a:rPr>
                  <a:t>Head</a:t>
                </a:r>
              </a:p>
            </p:txBody>
          </p:sp>
          <p:sp>
            <p:nvSpPr>
              <p:cNvPr id="23" name="ZoneTexte 22">
                <a:extLst>
                  <a:ext uri="{FF2B5EF4-FFF2-40B4-BE49-F238E27FC236}">
                    <a16:creationId xmlns:a16="http://schemas.microsoft.com/office/drawing/2014/main" id="{B8F1AD11-45BC-FB4E-A47E-F2B9C1D1603C}"/>
                  </a:ext>
                </a:extLst>
              </p:cNvPr>
              <p:cNvSpPr txBox="1"/>
              <p:nvPr/>
            </p:nvSpPr>
            <p:spPr>
              <a:xfrm rot="16200000">
                <a:off x="4153526" y="1032906"/>
                <a:ext cx="378796" cy="2481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200" dirty="0">
                    <a:latin typeface="+mj-lt"/>
                  </a:rPr>
                  <a:t>Body</a:t>
                </a:r>
              </a:p>
            </p:txBody>
          </p:sp>
          <p:sp>
            <p:nvSpPr>
              <p:cNvPr id="24" name="ZoneTexte 23">
                <a:extLst>
                  <a:ext uri="{FF2B5EF4-FFF2-40B4-BE49-F238E27FC236}">
                    <a16:creationId xmlns:a16="http://schemas.microsoft.com/office/drawing/2014/main" id="{D23A176D-679C-E24D-BB66-EC700728FE22}"/>
                  </a:ext>
                </a:extLst>
              </p:cNvPr>
              <p:cNvSpPr txBox="1"/>
              <p:nvPr/>
            </p:nvSpPr>
            <p:spPr>
              <a:xfrm rot="16200000">
                <a:off x="4351237" y="1032320"/>
                <a:ext cx="388628" cy="2481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200" dirty="0">
                    <a:latin typeface="+mj-lt"/>
                  </a:rPr>
                  <a:t>Head</a:t>
                </a:r>
              </a:p>
            </p:txBody>
          </p:sp>
          <p:sp>
            <p:nvSpPr>
              <p:cNvPr id="25" name="ZoneTexte 24">
                <a:extLst>
                  <a:ext uri="{FF2B5EF4-FFF2-40B4-BE49-F238E27FC236}">
                    <a16:creationId xmlns:a16="http://schemas.microsoft.com/office/drawing/2014/main" id="{E5ABBDDA-86E9-DA4B-B540-3A22DB42ADBB}"/>
                  </a:ext>
                </a:extLst>
              </p:cNvPr>
              <p:cNvSpPr txBox="1"/>
              <p:nvPr/>
            </p:nvSpPr>
            <p:spPr>
              <a:xfrm rot="16200000">
                <a:off x="4570739" y="1040667"/>
                <a:ext cx="378796" cy="2481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200" dirty="0">
                    <a:latin typeface="+mj-lt"/>
                  </a:rPr>
                  <a:t>Body</a:t>
                </a:r>
              </a:p>
            </p:txBody>
          </p:sp>
          <p:sp>
            <p:nvSpPr>
              <p:cNvPr id="26" name="ZoneTexte 25">
                <a:extLst>
                  <a:ext uri="{FF2B5EF4-FFF2-40B4-BE49-F238E27FC236}">
                    <a16:creationId xmlns:a16="http://schemas.microsoft.com/office/drawing/2014/main" id="{D6498238-DD58-8049-9767-5E4A99643D5C}"/>
                  </a:ext>
                </a:extLst>
              </p:cNvPr>
              <p:cNvSpPr txBox="1"/>
              <p:nvPr/>
            </p:nvSpPr>
            <p:spPr>
              <a:xfrm rot="16200000">
                <a:off x="4778873" y="1032320"/>
                <a:ext cx="388628" cy="2481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200" dirty="0">
                    <a:latin typeface="+mj-lt"/>
                  </a:rPr>
                  <a:t>Head</a:t>
                </a:r>
              </a:p>
            </p:txBody>
          </p:sp>
          <p:sp>
            <p:nvSpPr>
              <p:cNvPr id="27" name="ZoneTexte 26">
                <a:extLst>
                  <a:ext uri="{FF2B5EF4-FFF2-40B4-BE49-F238E27FC236}">
                    <a16:creationId xmlns:a16="http://schemas.microsoft.com/office/drawing/2014/main" id="{BB2D54CE-2179-A44D-B95F-1E91F57B42C3}"/>
                  </a:ext>
                </a:extLst>
              </p:cNvPr>
              <p:cNvSpPr txBox="1"/>
              <p:nvPr/>
            </p:nvSpPr>
            <p:spPr>
              <a:xfrm rot="16200000">
                <a:off x="4998375" y="1040667"/>
                <a:ext cx="378796" cy="2481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200" dirty="0">
                    <a:latin typeface="+mj-lt"/>
                  </a:rPr>
                  <a:t>Body</a:t>
                </a:r>
              </a:p>
            </p:txBody>
          </p:sp>
          <p:sp>
            <p:nvSpPr>
              <p:cNvPr id="28" name="Ellipse 27">
                <a:extLst>
                  <a:ext uri="{FF2B5EF4-FFF2-40B4-BE49-F238E27FC236}">
                    <a16:creationId xmlns:a16="http://schemas.microsoft.com/office/drawing/2014/main" id="{606CE71E-A947-884F-9A79-6A4279DEE594}"/>
                  </a:ext>
                </a:extLst>
              </p:cNvPr>
              <p:cNvSpPr/>
              <p:nvPr/>
            </p:nvSpPr>
            <p:spPr>
              <a:xfrm>
                <a:off x="2675711" y="1318175"/>
                <a:ext cx="136554" cy="1240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1400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29" name="Ellipse 28">
                <a:extLst>
                  <a:ext uri="{FF2B5EF4-FFF2-40B4-BE49-F238E27FC236}">
                    <a16:creationId xmlns:a16="http://schemas.microsoft.com/office/drawing/2014/main" id="{D982C912-291B-8043-9E07-9DCC0C81C8D3}"/>
                  </a:ext>
                </a:extLst>
              </p:cNvPr>
              <p:cNvSpPr/>
              <p:nvPr/>
            </p:nvSpPr>
            <p:spPr>
              <a:xfrm>
                <a:off x="1846151" y="1318175"/>
                <a:ext cx="136554" cy="1240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1400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30" name="Ellipse 29">
                <a:extLst>
                  <a:ext uri="{FF2B5EF4-FFF2-40B4-BE49-F238E27FC236}">
                    <a16:creationId xmlns:a16="http://schemas.microsoft.com/office/drawing/2014/main" id="{FC36E1B9-7224-8649-952C-44082255D23F}"/>
                  </a:ext>
                </a:extLst>
              </p:cNvPr>
              <p:cNvSpPr/>
              <p:nvPr/>
            </p:nvSpPr>
            <p:spPr>
              <a:xfrm>
                <a:off x="2247541" y="1318175"/>
                <a:ext cx="136554" cy="1240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1400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31" name="Ellipse 30">
                <a:extLst>
                  <a:ext uri="{FF2B5EF4-FFF2-40B4-BE49-F238E27FC236}">
                    <a16:creationId xmlns:a16="http://schemas.microsoft.com/office/drawing/2014/main" id="{835D05E0-6CD0-9D48-8423-ECE8E2C57660}"/>
                  </a:ext>
                </a:extLst>
              </p:cNvPr>
              <p:cNvSpPr/>
              <p:nvPr/>
            </p:nvSpPr>
            <p:spPr>
              <a:xfrm>
                <a:off x="3065703" y="1318175"/>
                <a:ext cx="136554" cy="1240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1400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32" name="Ellipse 31">
                <a:extLst>
                  <a:ext uri="{FF2B5EF4-FFF2-40B4-BE49-F238E27FC236}">
                    <a16:creationId xmlns:a16="http://schemas.microsoft.com/office/drawing/2014/main" id="{A258BD8C-0211-6E40-9111-75DC22552CC4}"/>
                  </a:ext>
                </a:extLst>
              </p:cNvPr>
              <p:cNvSpPr/>
              <p:nvPr/>
            </p:nvSpPr>
            <p:spPr>
              <a:xfrm>
                <a:off x="4632902" y="1318175"/>
                <a:ext cx="136554" cy="1240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1400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33" name="Ellipse 32">
                <a:extLst>
                  <a:ext uri="{FF2B5EF4-FFF2-40B4-BE49-F238E27FC236}">
                    <a16:creationId xmlns:a16="http://schemas.microsoft.com/office/drawing/2014/main" id="{73E7BB12-BE70-2D40-AE18-E249DF3A695F}"/>
                  </a:ext>
                </a:extLst>
              </p:cNvPr>
              <p:cNvSpPr/>
              <p:nvPr/>
            </p:nvSpPr>
            <p:spPr>
              <a:xfrm>
                <a:off x="3803342" y="1318175"/>
                <a:ext cx="136554" cy="1240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1400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34" name="Ellipse 33">
                <a:extLst>
                  <a:ext uri="{FF2B5EF4-FFF2-40B4-BE49-F238E27FC236}">
                    <a16:creationId xmlns:a16="http://schemas.microsoft.com/office/drawing/2014/main" id="{DA26C4DC-6C7B-CA43-B418-D808FBACFD1F}"/>
                  </a:ext>
                </a:extLst>
              </p:cNvPr>
              <p:cNvSpPr/>
              <p:nvPr/>
            </p:nvSpPr>
            <p:spPr>
              <a:xfrm>
                <a:off x="4204732" y="1318175"/>
                <a:ext cx="136554" cy="1240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1400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35" name="Ellipse 34">
                <a:extLst>
                  <a:ext uri="{FF2B5EF4-FFF2-40B4-BE49-F238E27FC236}">
                    <a16:creationId xmlns:a16="http://schemas.microsoft.com/office/drawing/2014/main" id="{876614AF-C6B3-1043-8184-DEA6137BC2F4}"/>
                  </a:ext>
                </a:extLst>
              </p:cNvPr>
              <p:cNvSpPr/>
              <p:nvPr/>
            </p:nvSpPr>
            <p:spPr>
              <a:xfrm>
                <a:off x="5022894" y="1318175"/>
                <a:ext cx="136554" cy="1240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1400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61" name="ZoneTexte 60">
                <a:extLst>
                  <a:ext uri="{FF2B5EF4-FFF2-40B4-BE49-F238E27FC236}">
                    <a16:creationId xmlns:a16="http://schemas.microsoft.com/office/drawing/2014/main" id="{FBDC9163-4FE9-C744-B71F-A1A358BA4F18}"/>
                  </a:ext>
                </a:extLst>
              </p:cNvPr>
              <p:cNvSpPr txBox="1"/>
              <p:nvPr/>
            </p:nvSpPr>
            <p:spPr>
              <a:xfrm>
                <a:off x="4316782" y="678637"/>
                <a:ext cx="372295" cy="2831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dirty="0"/>
                  <a:t>♂♀︎︎</a:t>
                </a:r>
              </a:p>
            </p:txBody>
          </p:sp>
          <p:pic>
            <p:nvPicPr>
              <p:cNvPr id="67" name="Image 66">
                <a:extLst>
                  <a:ext uri="{FF2B5EF4-FFF2-40B4-BE49-F238E27FC236}">
                    <a16:creationId xmlns:a16="http://schemas.microsoft.com/office/drawing/2014/main" id="{93548C29-4A62-A44D-A8DA-7B77F2E2B9C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 flipH="1">
                <a:off x="2396897" y="714682"/>
                <a:ext cx="276497" cy="236597"/>
              </a:xfrm>
              <a:prstGeom prst="rect">
                <a:avLst/>
              </a:prstGeom>
            </p:spPr>
          </p:pic>
        </p:grpSp>
        <p:grpSp>
          <p:nvGrpSpPr>
            <p:cNvPr id="102" name="Groupe 101">
              <a:extLst>
                <a:ext uri="{FF2B5EF4-FFF2-40B4-BE49-F238E27FC236}">
                  <a16:creationId xmlns:a16="http://schemas.microsoft.com/office/drawing/2014/main" id="{92C6BC70-1ACA-9843-AF75-9A58A77A122E}"/>
                </a:ext>
              </a:extLst>
            </p:cNvPr>
            <p:cNvGrpSpPr/>
            <p:nvPr/>
          </p:nvGrpSpPr>
          <p:grpSpPr>
            <a:xfrm>
              <a:off x="1075073" y="1164765"/>
              <a:ext cx="330930" cy="1009530"/>
              <a:chOff x="1078849" y="1312671"/>
              <a:chExt cx="369333" cy="1316683"/>
            </a:xfrm>
          </p:grpSpPr>
          <p:sp>
            <p:nvSpPr>
              <p:cNvPr id="106" name="Rectangle 105">
                <a:extLst>
                  <a:ext uri="{FF2B5EF4-FFF2-40B4-BE49-F238E27FC236}">
                    <a16:creationId xmlns:a16="http://schemas.microsoft.com/office/drawing/2014/main" id="{C6D53863-49DC-734B-88D0-995B078647FD}"/>
                  </a:ext>
                </a:extLst>
              </p:cNvPr>
              <p:cNvSpPr/>
              <p:nvPr/>
            </p:nvSpPr>
            <p:spPr>
              <a:xfrm>
                <a:off x="1078849" y="1312671"/>
                <a:ext cx="359228" cy="1316683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07" name="ZoneTexte 106">
                <a:extLst>
                  <a:ext uri="{FF2B5EF4-FFF2-40B4-BE49-F238E27FC236}">
                    <a16:creationId xmlns:a16="http://schemas.microsoft.com/office/drawing/2014/main" id="{606969AE-944D-924D-A5D0-7182050D6563}"/>
                  </a:ext>
                </a:extLst>
              </p:cNvPr>
              <p:cNvSpPr txBox="1"/>
              <p:nvPr/>
            </p:nvSpPr>
            <p:spPr>
              <a:xfrm rot="16200000">
                <a:off x="928328" y="1726732"/>
                <a:ext cx="67037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dirty="0">
                    <a:latin typeface="+mj-lt"/>
                  </a:rPr>
                  <a:t>GRS4</a:t>
                </a:r>
              </a:p>
            </p:txBody>
          </p:sp>
        </p:grpSp>
      </p:grpSp>
      <p:grpSp>
        <p:nvGrpSpPr>
          <p:cNvPr id="70" name="Groupe 69">
            <a:extLst>
              <a:ext uri="{FF2B5EF4-FFF2-40B4-BE49-F238E27FC236}">
                <a16:creationId xmlns:a16="http://schemas.microsoft.com/office/drawing/2014/main" id="{3F883AC6-F895-6C48-B3D5-402080F07DD4}"/>
              </a:ext>
            </a:extLst>
          </p:cNvPr>
          <p:cNvGrpSpPr/>
          <p:nvPr/>
        </p:nvGrpSpPr>
        <p:grpSpPr>
          <a:xfrm>
            <a:off x="1040410" y="5189504"/>
            <a:ext cx="4488995" cy="1507666"/>
            <a:chOff x="1042537" y="3445334"/>
            <a:chExt cx="4488995" cy="1507666"/>
          </a:xfrm>
        </p:grpSpPr>
        <p:grpSp>
          <p:nvGrpSpPr>
            <p:cNvPr id="71" name="Groupe 70">
              <a:extLst>
                <a:ext uri="{FF2B5EF4-FFF2-40B4-BE49-F238E27FC236}">
                  <a16:creationId xmlns:a16="http://schemas.microsoft.com/office/drawing/2014/main" id="{0E04A8B5-A79D-0A45-BAE0-342FD0B04DE7}"/>
                </a:ext>
              </a:extLst>
            </p:cNvPr>
            <p:cNvGrpSpPr/>
            <p:nvPr/>
          </p:nvGrpSpPr>
          <p:grpSpPr>
            <a:xfrm>
              <a:off x="1673597" y="3696887"/>
              <a:ext cx="3638274" cy="493649"/>
              <a:chOff x="1865408" y="1955973"/>
              <a:chExt cx="4060479" cy="643844"/>
            </a:xfrm>
          </p:grpSpPr>
          <p:sp>
            <p:nvSpPr>
              <p:cNvPr id="72" name="ZoneTexte 71">
                <a:extLst>
                  <a:ext uri="{FF2B5EF4-FFF2-40B4-BE49-F238E27FC236}">
                    <a16:creationId xmlns:a16="http://schemas.microsoft.com/office/drawing/2014/main" id="{D4E1F90F-A4B2-4E41-A306-F0285971D35B}"/>
                  </a:ext>
                </a:extLst>
              </p:cNvPr>
              <p:cNvSpPr txBox="1"/>
              <p:nvPr/>
            </p:nvSpPr>
            <p:spPr>
              <a:xfrm rot="16200000">
                <a:off x="1750473" y="2070909"/>
                <a:ext cx="50687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200" dirty="0">
                    <a:latin typeface="+mj-lt"/>
                  </a:rPr>
                  <a:t>Head</a:t>
                </a:r>
              </a:p>
            </p:txBody>
          </p:sp>
          <p:sp>
            <p:nvSpPr>
              <p:cNvPr id="73" name="ZoneTexte 72">
                <a:extLst>
                  <a:ext uri="{FF2B5EF4-FFF2-40B4-BE49-F238E27FC236}">
                    <a16:creationId xmlns:a16="http://schemas.microsoft.com/office/drawing/2014/main" id="{10EF93F3-3A30-2A4A-83C7-E4B4863E2260}"/>
                  </a:ext>
                </a:extLst>
              </p:cNvPr>
              <p:cNvSpPr txBox="1"/>
              <p:nvPr/>
            </p:nvSpPr>
            <p:spPr>
              <a:xfrm rot="16200000">
                <a:off x="1996372" y="2081795"/>
                <a:ext cx="49404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200" dirty="0">
                    <a:latin typeface="+mj-lt"/>
                  </a:rPr>
                  <a:t>Body</a:t>
                </a:r>
              </a:p>
            </p:txBody>
          </p:sp>
          <p:sp>
            <p:nvSpPr>
              <p:cNvPr id="74" name="ZoneTexte 73">
                <a:extLst>
                  <a:ext uri="{FF2B5EF4-FFF2-40B4-BE49-F238E27FC236}">
                    <a16:creationId xmlns:a16="http://schemas.microsoft.com/office/drawing/2014/main" id="{329CFEAE-5F8C-9A43-8C32-A2E0F557CE6E}"/>
                  </a:ext>
                </a:extLst>
              </p:cNvPr>
              <p:cNvSpPr txBox="1"/>
              <p:nvPr/>
            </p:nvSpPr>
            <p:spPr>
              <a:xfrm rot="16200000">
                <a:off x="2204468" y="2070908"/>
                <a:ext cx="50687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200" dirty="0">
                    <a:latin typeface="+mj-lt"/>
                  </a:rPr>
                  <a:t>Head</a:t>
                </a:r>
              </a:p>
            </p:txBody>
          </p:sp>
          <p:sp>
            <p:nvSpPr>
              <p:cNvPr id="75" name="ZoneTexte 74">
                <a:extLst>
                  <a:ext uri="{FF2B5EF4-FFF2-40B4-BE49-F238E27FC236}">
                    <a16:creationId xmlns:a16="http://schemas.microsoft.com/office/drawing/2014/main" id="{14539C26-EE8F-2849-862E-C33D87B58892}"/>
                  </a:ext>
                </a:extLst>
              </p:cNvPr>
              <p:cNvSpPr txBox="1"/>
              <p:nvPr/>
            </p:nvSpPr>
            <p:spPr>
              <a:xfrm rot="16200000">
                <a:off x="2450367" y="2081794"/>
                <a:ext cx="49404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200" dirty="0">
                    <a:latin typeface="+mj-lt"/>
                  </a:rPr>
                  <a:t>Body</a:t>
                </a:r>
              </a:p>
            </p:txBody>
          </p:sp>
          <p:sp>
            <p:nvSpPr>
              <p:cNvPr id="76" name="ZoneTexte 75">
                <a:extLst>
                  <a:ext uri="{FF2B5EF4-FFF2-40B4-BE49-F238E27FC236}">
                    <a16:creationId xmlns:a16="http://schemas.microsoft.com/office/drawing/2014/main" id="{C8BC4D00-9A7A-344E-91BC-C2A03277B9E5}"/>
                  </a:ext>
                </a:extLst>
              </p:cNvPr>
              <p:cNvSpPr txBox="1"/>
              <p:nvPr/>
            </p:nvSpPr>
            <p:spPr>
              <a:xfrm rot="16200000">
                <a:off x="2670096" y="2081030"/>
                <a:ext cx="50687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200" dirty="0">
                    <a:latin typeface="+mj-lt"/>
                  </a:rPr>
                  <a:t>Head</a:t>
                </a:r>
              </a:p>
            </p:txBody>
          </p:sp>
          <p:sp>
            <p:nvSpPr>
              <p:cNvPr id="77" name="ZoneTexte 76">
                <a:extLst>
                  <a:ext uri="{FF2B5EF4-FFF2-40B4-BE49-F238E27FC236}">
                    <a16:creationId xmlns:a16="http://schemas.microsoft.com/office/drawing/2014/main" id="{6662E72D-6ED8-FA4A-AF77-D88722FC4424}"/>
                  </a:ext>
                </a:extLst>
              </p:cNvPr>
              <p:cNvSpPr txBox="1"/>
              <p:nvPr/>
            </p:nvSpPr>
            <p:spPr>
              <a:xfrm rot="16200000">
                <a:off x="2915995" y="2091916"/>
                <a:ext cx="49404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200" dirty="0">
                    <a:latin typeface="+mj-lt"/>
                  </a:rPr>
                  <a:t>Body</a:t>
                </a:r>
              </a:p>
            </p:txBody>
          </p:sp>
          <p:sp>
            <p:nvSpPr>
              <p:cNvPr id="78" name="ZoneTexte 77">
                <a:extLst>
                  <a:ext uri="{FF2B5EF4-FFF2-40B4-BE49-F238E27FC236}">
                    <a16:creationId xmlns:a16="http://schemas.microsoft.com/office/drawing/2014/main" id="{A9110C7A-6A5E-6D49-89EE-B64BC443F22C}"/>
                  </a:ext>
                </a:extLst>
              </p:cNvPr>
              <p:cNvSpPr txBox="1"/>
              <p:nvPr/>
            </p:nvSpPr>
            <p:spPr>
              <a:xfrm rot="16200000">
                <a:off x="3147357" y="2081030"/>
                <a:ext cx="50687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200" dirty="0">
                    <a:latin typeface="+mj-lt"/>
                  </a:rPr>
                  <a:t>Head</a:t>
                </a:r>
              </a:p>
            </p:txBody>
          </p:sp>
          <p:sp>
            <p:nvSpPr>
              <p:cNvPr id="79" name="ZoneTexte 78">
                <a:extLst>
                  <a:ext uri="{FF2B5EF4-FFF2-40B4-BE49-F238E27FC236}">
                    <a16:creationId xmlns:a16="http://schemas.microsoft.com/office/drawing/2014/main" id="{E07A0A9F-404C-6841-BB56-626D10AB9821}"/>
                  </a:ext>
                </a:extLst>
              </p:cNvPr>
              <p:cNvSpPr txBox="1"/>
              <p:nvPr/>
            </p:nvSpPr>
            <p:spPr>
              <a:xfrm rot="16200000">
                <a:off x="3393256" y="2091916"/>
                <a:ext cx="49404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200" dirty="0">
                    <a:latin typeface="+mj-lt"/>
                  </a:rPr>
                  <a:t>Body</a:t>
                </a:r>
              </a:p>
            </p:txBody>
          </p:sp>
          <p:sp>
            <p:nvSpPr>
              <p:cNvPr id="80" name="ZoneTexte 79">
                <a:extLst>
                  <a:ext uri="{FF2B5EF4-FFF2-40B4-BE49-F238E27FC236}">
                    <a16:creationId xmlns:a16="http://schemas.microsoft.com/office/drawing/2014/main" id="{CAAA9B97-B216-BD42-9419-BD5E7D550DC1}"/>
                  </a:ext>
                </a:extLst>
              </p:cNvPr>
              <p:cNvSpPr txBox="1"/>
              <p:nvPr/>
            </p:nvSpPr>
            <p:spPr>
              <a:xfrm rot="16200000">
                <a:off x="3897582" y="2078466"/>
                <a:ext cx="50687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200" dirty="0">
                    <a:latin typeface="+mj-lt"/>
                  </a:rPr>
                  <a:t>Head</a:t>
                </a:r>
              </a:p>
            </p:txBody>
          </p:sp>
          <p:sp>
            <p:nvSpPr>
              <p:cNvPr id="81" name="ZoneTexte 80">
                <a:extLst>
                  <a:ext uri="{FF2B5EF4-FFF2-40B4-BE49-F238E27FC236}">
                    <a16:creationId xmlns:a16="http://schemas.microsoft.com/office/drawing/2014/main" id="{0565A656-00F2-7841-A9F7-408732ADDBDF}"/>
                  </a:ext>
                </a:extLst>
              </p:cNvPr>
              <p:cNvSpPr txBox="1"/>
              <p:nvPr/>
            </p:nvSpPr>
            <p:spPr>
              <a:xfrm rot="16200000">
                <a:off x="4143481" y="2089352"/>
                <a:ext cx="49404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200" dirty="0">
                    <a:latin typeface="+mj-lt"/>
                  </a:rPr>
                  <a:t>Body</a:t>
                </a:r>
              </a:p>
            </p:txBody>
          </p:sp>
          <p:sp>
            <p:nvSpPr>
              <p:cNvPr id="82" name="ZoneTexte 81">
                <a:extLst>
                  <a:ext uri="{FF2B5EF4-FFF2-40B4-BE49-F238E27FC236}">
                    <a16:creationId xmlns:a16="http://schemas.microsoft.com/office/drawing/2014/main" id="{FD23B455-140D-974F-B366-8C1E9E3FCB2B}"/>
                  </a:ext>
                </a:extLst>
              </p:cNvPr>
              <p:cNvSpPr txBox="1"/>
              <p:nvPr/>
            </p:nvSpPr>
            <p:spPr>
              <a:xfrm rot="16200000">
                <a:off x="4351577" y="2078465"/>
                <a:ext cx="50687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200" dirty="0">
                    <a:latin typeface="+mj-lt"/>
                  </a:rPr>
                  <a:t>Head</a:t>
                </a:r>
              </a:p>
            </p:txBody>
          </p:sp>
          <p:sp>
            <p:nvSpPr>
              <p:cNvPr id="83" name="ZoneTexte 82">
                <a:extLst>
                  <a:ext uri="{FF2B5EF4-FFF2-40B4-BE49-F238E27FC236}">
                    <a16:creationId xmlns:a16="http://schemas.microsoft.com/office/drawing/2014/main" id="{FA79DB38-C1BD-D043-8090-3EF1FF5342FE}"/>
                  </a:ext>
                </a:extLst>
              </p:cNvPr>
              <p:cNvSpPr txBox="1"/>
              <p:nvPr/>
            </p:nvSpPr>
            <p:spPr>
              <a:xfrm rot="16200000">
                <a:off x="4597476" y="2089351"/>
                <a:ext cx="49404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200" dirty="0">
                    <a:latin typeface="+mj-lt"/>
                  </a:rPr>
                  <a:t>Body</a:t>
                </a:r>
              </a:p>
            </p:txBody>
          </p:sp>
          <p:sp>
            <p:nvSpPr>
              <p:cNvPr id="84" name="ZoneTexte 83">
                <a:extLst>
                  <a:ext uri="{FF2B5EF4-FFF2-40B4-BE49-F238E27FC236}">
                    <a16:creationId xmlns:a16="http://schemas.microsoft.com/office/drawing/2014/main" id="{36E267BE-1AB7-AF43-90DD-2303D0D69666}"/>
                  </a:ext>
                </a:extLst>
              </p:cNvPr>
              <p:cNvSpPr txBox="1"/>
              <p:nvPr/>
            </p:nvSpPr>
            <p:spPr>
              <a:xfrm rot="16200000">
                <a:off x="4817205" y="2088587"/>
                <a:ext cx="50687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200" dirty="0">
                    <a:latin typeface="+mj-lt"/>
                  </a:rPr>
                  <a:t>Head</a:t>
                </a:r>
              </a:p>
            </p:txBody>
          </p:sp>
          <p:sp>
            <p:nvSpPr>
              <p:cNvPr id="85" name="ZoneTexte 84">
                <a:extLst>
                  <a:ext uri="{FF2B5EF4-FFF2-40B4-BE49-F238E27FC236}">
                    <a16:creationId xmlns:a16="http://schemas.microsoft.com/office/drawing/2014/main" id="{C2A00E26-18A4-944B-950B-32B97D378610}"/>
                  </a:ext>
                </a:extLst>
              </p:cNvPr>
              <p:cNvSpPr txBox="1"/>
              <p:nvPr/>
            </p:nvSpPr>
            <p:spPr>
              <a:xfrm rot="16200000">
                <a:off x="5063104" y="2099473"/>
                <a:ext cx="49404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200" dirty="0">
                    <a:latin typeface="+mj-lt"/>
                  </a:rPr>
                  <a:t>Body</a:t>
                </a:r>
              </a:p>
            </p:txBody>
          </p:sp>
          <p:sp>
            <p:nvSpPr>
              <p:cNvPr id="86" name="ZoneTexte 85">
                <a:extLst>
                  <a:ext uri="{FF2B5EF4-FFF2-40B4-BE49-F238E27FC236}">
                    <a16:creationId xmlns:a16="http://schemas.microsoft.com/office/drawing/2014/main" id="{41933D18-320C-8244-A15C-5D540292B6ED}"/>
                  </a:ext>
                </a:extLst>
              </p:cNvPr>
              <p:cNvSpPr txBox="1"/>
              <p:nvPr/>
            </p:nvSpPr>
            <p:spPr>
              <a:xfrm rot="16200000">
                <a:off x="5294466" y="2088587"/>
                <a:ext cx="50687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200" dirty="0">
                    <a:latin typeface="+mj-lt"/>
                  </a:rPr>
                  <a:t>Head</a:t>
                </a:r>
              </a:p>
            </p:txBody>
          </p:sp>
          <p:sp>
            <p:nvSpPr>
              <p:cNvPr id="87" name="ZoneTexte 86">
                <a:extLst>
                  <a:ext uri="{FF2B5EF4-FFF2-40B4-BE49-F238E27FC236}">
                    <a16:creationId xmlns:a16="http://schemas.microsoft.com/office/drawing/2014/main" id="{EE8F66EB-40FF-6B47-96F5-8E126D196212}"/>
                  </a:ext>
                </a:extLst>
              </p:cNvPr>
              <p:cNvSpPr txBox="1"/>
              <p:nvPr/>
            </p:nvSpPr>
            <p:spPr>
              <a:xfrm rot="16200000">
                <a:off x="5540365" y="2099473"/>
                <a:ext cx="49404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200" dirty="0">
                    <a:latin typeface="+mj-lt"/>
                  </a:rPr>
                  <a:t>Body</a:t>
                </a:r>
              </a:p>
            </p:txBody>
          </p:sp>
          <p:sp>
            <p:nvSpPr>
              <p:cNvPr id="88" name="Ellipse 87">
                <a:extLst>
                  <a:ext uri="{FF2B5EF4-FFF2-40B4-BE49-F238E27FC236}">
                    <a16:creationId xmlns:a16="http://schemas.microsoft.com/office/drawing/2014/main" id="{BF9E6D79-DAA8-AD4B-80BB-775BB200F17F}"/>
                  </a:ext>
                </a:extLst>
              </p:cNvPr>
              <p:cNvSpPr/>
              <p:nvPr/>
            </p:nvSpPr>
            <p:spPr>
              <a:xfrm>
                <a:off x="2983813" y="2438058"/>
                <a:ext cx="152400" cy="161759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1400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89" name="Ellipse 88">
                <a:extLst>
                  <a:ext uri="{FF2B5EF4-FFF2-40B4-BE49-F238E27FC236}">
                    <a16:creationId xmlns:a16="http://schemas.microsoft.com/office/drawing/2014/main" id="{CFDE9DBD-28C5-974D-90C9-D1805939E137}"/>
                  </a:ext>
                </a:extLst>
              </p:cNvPr>
              <p:cNvSpPr/>
              <p:nvPr/>
            </p:nvSpPr>
            <p:spPr>
              <a:xfrm>
                <a:off x="2057987" y="2438058"/>
                <a:ext cx="152400" cy="161759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1400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90" name="Ellipse 89">
                <a:extLst>
                  <a:ext uri="{FF2B5EF4-FFF2-40B4-BE49-F238E27FC236}">
                    <a16:creationId xmlns:a16="http://schemas.microsoft.com/office/drawing/2014/main" id="{5BE2BB38-2AC0-2443-A1DE-143D9FAB2986}"/>
                  </a:ext>
                </a:extLst>
              </p:cNvPr>
              <p:cNvSpPr/>
              <p:nvPr/>
            </p:nvSpPr>
            <p:spPr>
              <a:xfrm>
                <a:off x="2505956" y="2438058"/>
                <a:ext cx="152400" cy="161759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1400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91" name="Ellipse 90">
                <a:extLst>
                  <a:ext uri="{FF2B5EF4-FFF2-40B4-BE49-F238E27FC236}">
                    <a16:creationId xmlns:a16="http://schemas.microsoft.com/office/drawing/2014/main" id="{D980C7AE-3C97-4C47-8603-9912CECD7CE2}"/>
                  </a:ext>
                </a:extLst>
              </p:cNvPr>
              <p:cNvSpPr/>
              <p:nvPr/>
            </p:nvSpPr>
            <p:spPr>
              <a:xfrm>
                <a:off x="3419062" y="2438058"/>
                <a:ext cx="152400" cy="161759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1400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92" name="Ellipse 91">
                <a:extLst>
                  <a:ext uri="{FF2B5EF4-FFF2-40B4-BE49-F238E27FC236}">
                    <a16:creationId xmlns:a16="http://schemas.microsoft.com/office/drawing/2014/main" id="{6E6C5479-EA51-5841-9A61-16EBCE927589}"/>
                  </a:ext>
                </a:extLst>
              </p:cNvPr>
              <p:cNvSpPr/>
              <p:nvPr/>
            </p:nvSpPr>
            <p:spPr>
              <a:xfrm>
                <a:off x="5168127" y="2438058"/>
                <a:ext cx="152400" cy="161759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1400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93" name="Ellipse 92">
                <a:extLst>
                  <a:ext uri="{FF2B5EF4-FFF2-40B4-BE49-F238E27FC236}">
                    <a16:creationId xmlns:a16="http://schemas.microsoft.com/office/drawing/2014/main" id="{3E0A6F67-E5A6-B444-BEE8-F5CDFE3AD485}"/>
                  </a:ext>
                </a:extLst>
              </p:cNvPr>
              <p:cNvSpPr/>
              <p:nvPr/>
            </p:nvSpPr>
            <p:spPr>
              <a:xfrm>
                <a:off x="4242301" y="2438058"/>
                <a:ext cx="152400" cy="161759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1400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94" name="Ellipse 93">
                <a:extLst>
                  <a:ext uri="{FF2B5EF4-FFF2-40B4-BE49-F238E27FC236}">
                    <a16:creationId xmlns:a16="http://schemas.microsoft.com/office/drawing/2014/main" id="{3F1A982C-A870-FF45-8990-987D82908DBC}"/>
                  </a:ext>
                </a:extLst>
              </p:cNvPr>
              <p:cNvSpPr/>
              <p:nvPr/>
            </p:nvSpPr>
            <p:spPr>
              <a:xfrm>
                <a:off x="4690270" y="2438058"/>
                <a:ext cx="152400" cy="161759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1400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95" name="Ellipse 94">
                <a:extLst>
                  <a:ext uri="{FF2B5EF4-FFF2-40B4-BE49-F238E27FC236}">
                    <a16:creationId xmlns:a16="http://schemas.microsoft.com/office/drawing/2014/main" id="{A8A5D3AB-7681-554A-B8A4-4E80CFDBF02E}"/>
                  </a:ext>
                </a:extLst>
              </p:cNvPr>
              <p:cNvSpPr/>
              <p:nvPr/>
            </p:nvSpPr>
            <p:spPr>
              <a:xfrm>
                <a:off x="5603376" y="2438058"/>
                <a:ext cx="152400" cy="161759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1400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</p:grpSp>
        <p:sp>
          <p:nvSpPr>
            <p:cNvPr id="96" name="ZoneTexte 95">
              <a:extLst>
                <a:ext uri="{FF2B5EF4-FFF2-40B4-BE49-F238E27FC236}">
                  <a16:creationId xmlns:a16="http://schemas.microsoft.com/office/drawing/2014/main" id="{5C50BEC4-6C21-A84B-BEAC-D421C1AA1766}"/>
                </a:ext>
              </a:extLst>
            </p:cNvPr>
            <p:cNvSpPr txBox="1"/>
            <p:nvPr/>
          </p:nvSpPr>
          <p:spPr>
            <a:xfrm>
              <a:off x="4297356" y="3445334"/>
              <a:ext cx="372295" cy="2831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/>
                <a:t>♂♀︎︎</a:t>
              </a:r>
            </a:p>
          </p:txBody>
        </p:sp>
        <p:pic>
          <p:nvPicPr>
            <p:cNvPr id="97" name="Image 96">
              <a:extLst>
                <a:ext uri="{FF2B5EF4-FFF2-40B4-BE49-F238E27FC236}">
                  <a16:creationId xmlns:a16="http://schemas.microsoft.com/office/drawing/2014/main" id="{E0562A9A-AEE3-7E44-BF08-959BB3EED0A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flipH="1">
              <a:off x="2416196" y="3477882"/>
              <a:ext cx="276497" cy="236597"/>
            </a:xfrm>
            <a:prstGeom prst="rect">
              <a:avLst/>
            </a:prstGeom>
          </p:spPr>
        </p:pic>
        <p:pic>
          <p:nvPicPr>
            <p:cNvPr id="3" name="Image 2">
              <a:extLst>
                <a:ext uri="{FF2B5EF4-FFF2-40B4-BE49-F238E27FC236}">
                  <a16:creationId xmlns:a16="http://schemas.microsoft.com/office/drawing/2014/main" id="{59AD0C03-419B-0B40-A5F5-E7D77600F61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55838" t="27825" r="32012" b="16879"/>
            <a:stretch/>
          </p:blipFill>
          <p:spPr>
            <a:xfrm rot="16200000">
              <a:off x="3183039" y="2529054"/>
              <a:ext cx="595892" cy="4101095"/>
            </a:xfrm>
            <a:prstGeom prst="rect">
              <a:avLst/>
            </a:prstGeom>
          </p:spPr>
        </p:pic>
        <p:grpSp>
          <p:nvGrpSpPr>
            <p:cNvPr id="111" name="Groupe 110">
              <a:extLst>
                <a:ext uri="{FF2B5EF4-FFF2-40B4-BE49-F238E27FC236}">
                  <a16:creationId xmlns:a16="http://schemas.microsoft.com/office/drawing/2014/main" id="{F3FD48C2-E7F9-B442-ACD3-4775227374A3}"/>
                </a:ext>
              </a:extLst>
            </p:cNvPr>
            <p:cNvGrpSpPr/>
            <p:nvPr/>
          </p:nvGrpSpPr>
          <p:grpSpPr>
            <a:xfrm>
              <a:off x="1042537" y="3943470"/>
              <a:ext cx="335331" cy="1009530"/>
              <a:chOff x="1042537" y="4936809"/>
              <a:chExt cx="374245" cy="1316683"/>
            </a:xfrm>
          </p:grpSpPr>
          <p:sp>
            <p:nvSpPr>
              <p:cNvPr id="112" name="Rectangle 111">
                <a:extLst>
                  <a:ext uri="{FF2B5EF4-FFF2-40B4-BE49-F238E27FC236}">
                    <a16:creationId xmlns:a16="http://schemas.microsoft.com/office/drawing/2014/main" id="{9D2D05FB-A9C3-B246-A7FF-F9718DE59471}"/>
                  </a:ext>
                </a:extLst>
              </p:cNvPr>
              <p:cNvSpPr/>
              <p:nvPr/>
            </p:nvSpPr>
            <p:spPr>
              <a:xfrm>
                <a:off x="1057554" y="4936809"/>
                <a:ext cx="359228" cy="1316683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13" name="ZoneTexte 112">
                <a:extLst>
                  <a:ext uri="{FF2B5EF4-FFF2-40B4-BE49-F238E27FC236}">
                    <a16:creationId xmlns:a16="http://schemas.microsoft.com/office/drawing/2014/main" id="{829EFB07-F26C-8645-940B-5B9D77CC882C}"/>
                  </a:ext>
                </a:extLst>
              </p:cNvPr>
              <p:cNvSpPr txBox="1"/>
              <p:nvPr/>
            </p:nvSpPr>
            <p:spPr>
              <a:xfrm rot="16200000">
                <a:off x="788621" y="5387577"/>
                <a:ext cx="87716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dirty="0">
                    <a:latin typeface="+mj-lt"/>
                  </a:rPr>
                  <a:t>15115g</a:t>
                </a:r>
              </a:p>
            </p:txBody>
          </p:sp>
        </p:grpSp>
      </p:grpSp>
      <p:grpSp>
        <p:nvGrpSpPr>
          <p:cNvPr id="66" name="Groupe 65">
            <a:extLst>
              <a:ext uri="{FF2B5EF4-FFF2-40B4-BE49-F238E27FC236}">
                <a16:creationId xmlns:a16="http://schemas.microsoft.com/office/drawing/2014/main" id="{022945FA-C2F2-5F48-B6B6-428F8220F118}"/>
              </a:ext>
            </a:extLst>
          </p:cNvPr>
          <p:cNvGrpSpPr/>
          <p:nvPr/>
        </p:nvGrpSpPr>
        <p:grpSpPr>
          <a:xfrm>
            <a:off x="1055993" y="771868"/>
            <a:ext cx="4432005" cy="1428218"/>
            <a:chOff x="1055993" y="2174294"/>
            <a:chExt cx="4432005" cy="1428218"/>
          </a:xfrm>
        </p:grpSpPr>
        <p:grpSp>
          <p:nvGrpSpPr>
            <p:cNvPr id="60" name="Groupe 59">
              <a:extLst>
                <a:ext uri="{FF2B5EF4-FFF2-40B4-BE49-F238E27FC236}">
                  <a16:creationId xmlns:a16="http://schemas.microsoft.com/office/drawing/2014/main" id="{2941283F-0B05-E549-865F-8412A269EC49}"/>
                </a:ext>
              </a:extLst>
            </p:cNvPr>
            <p:cNvGrpSpPr/>
            <p:nvPr/>
          </p:nvGrpSpPr>
          <p:grpSpPr>
            <a:xfrm>
              <a:off x="1654089" y="2425848"/>
              <a:ext cx="3638274" cy="493649"/>
              <a:chOff x="1865408" y="1955973"/>
              <a:chExt cx="4060479" cy="643844"/>
            </a:xfrm>
          </p:grpSpPr>
          <p:sp>
            <p:nvSpPr>
              <p:cNvPr id="36" name="ZoneTexte 35">
                <a:extLst>
                  <a:ext uri="{FF2B5EF4-FFF2-40B4-BE49-F238E27FC236}">
                    <a16:creationId xmlns:a16="http://schemas.microsoft.com/office/drawing/2014/main" id="{9CA4E4E3-19A1-E341-8DBF-1AED03148F99}"/>
                  </a:ext>
                </a:extLst>
              </p:cNvPr>
              <p:cNvSpPr txBox="1"/>
              <p:nvPr/>
            </p:nvSpPr>
            <p:spPr>
              <a:xfrm rot="16200000">
                <a:off x="1750473" y="2070909"/>
                <a:ext cx="50687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200" dirty="0">
                    <a:latin typeface="+mj-lt"/>
                  </a:rPr>
                  <a:t>Head</a:t>
                </a:r>
              </a:p>
            </p:txBody>
          </p:sp>
          <p:sp>
            <p:nvSpPr>
              <p:cNvPr id="37" name="ZoneTexte 36">
                <a:extLst>
                  <a:ext uri="{FF2B5EF4-FFF2-40B4-BE49-F238E27FC236}">
                    <a16:creationId xmlns:a16="http://schemas.microsoft.com/office/drawing/2014/main" id="{DDE8003E-9E39-1B41-BCF2-3A3BE9205601}"/>
                  </a:ext>
                </a:extLst>
              </p:cNvPr>
              <p:cNvSpPr txBox="1"/>
              <p:nvPr/>
            </p:nvSpPr>
            <p:spPr>
              <a:xfrm rot="16200000">
                <a:off x="1996372" y="2081795"/>
                <a:ext cx="49404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200" dirty="0">
                    <a:latin typeface="+mj-lt"/>
                  </a:rPr>
                  <a:t>Body</a:t>
                </a:r>
              </a:p>
            </p:txBody>
          </p:sp>
          <p:sp>
            <p:nvSpPr>
              <p:cNvPr id="38" name="ZoneTexte 37">
                <a:extLst>
                  <a:ext uri="{FF2B5EF4-FFF2-40B4-BE49-F238E27FC236}">
                    <a16:creationId xmlns:a16="http://schemas.microsoft.com/office/drawing/2014/main" id="{33971DDB-46A2-3844-8110-A54AA89B41B0}"/>
                  </a:ext>
                </a:extLst>
              </p:cNvPr>
              <p:cNvSpPr txBox="1"/>
              <p:nvPr/>
            </p:nvSpPr>
            <p:spPr>
              <a:xfrm rot="16200000">
                <a:off x="2204468" y="2070908"/>
                <a:ext cx="50687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200" dirty="0">
                    <a:latin typeface="+mj-lt"/>
                  </a:rPr>
                  <a:t>Head</a:t>
                </a:r>
              </a:p>
            </p:txBody>
          </p:sp>
          <p:sp>
            <p:nvSpPr>
              <p:cNvPr id="39" name="ZoneTexte 38">
                <a:extLst>
                  <a:ext uri="{FF2B5EF4-FFF2-40B4-BE49-F238E27FC236}">
                    <a16:creationId xmlns:a16="http://schemas.microsoft.com/office/drawing/2014/main" id="{971C2687-91F1-B140-9A3C-586866AF3F27}"/>
                  </a:ext>
                </a:extLst>
              </p:cNvPr>
              <p:cNvSpPr txBox="1"/>
              <p:nvPr/>
            </p:nvSpPr>
            <p:spPr>
              <a:xfrm rot="16200000">
                <a:off x="2450367" y="2081794"/>
                <a:ext cx="49404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200" dirty="0">
                    <a:latin typeface="+mj-lt"/>
                  </a:rPr>
                  <a:t>Body</a:t>
                </a:r>
              </a:p>
            </p:txBody>
          </p:sp>
          <p:sp>
            <p:nvSpPr>
              <p:cNvPr id="40" name="ZoneTexte 39">
                <a:extLst>
                  <a:ext uri="{FF2B5EF4-FFF2-40B4-BE49-F238E27FC236}">
                    <a16:creationId xmlns:a16="http://schemas.microsoft.com/office/drawing/2014/main" id="{A0334229-48C1-2148-900F-84D4EE6D6168}"/>
                  </a:ext>
                </a:extLst>
              </p:cNvPr>
              <p:cNvSpPr txBox="1"/>
              <p:nvPr/>
            </p:nvSpPr>
            <p:spPr>
              <a:xfrm rot="16200000">
                <a:off x="2670096" y="2081030"/>
                <a:ext cx="50687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200" dirty="0">
                    <a:latin typeface="+mj-lt"/>
                  </a:rPr>
                  <a:t>Head</a:t>
                </a:r>
              </a:p>
            </p:txBody>
          </p:sp>
          <p:sp>
            <p:nvSpPr>
              <p:cNvPr id="41" name="ZoneTexte 40">
                <a:extLst>
                  <a:ext uri="{FF2B5EF4-FFF2-40B4-BE49-F238E27FC236}">
                    <a16:creationId xmlns:a16="http://schemas.microsoft.com/office/drawing/2014/main" id="{2BF2381C-9AF3-4A49-A936-E362E01FA3AD}"/>
                  </a:ext>
                </a:extLst>
              </p:cNvPr>
              <p:cNvSpPr txBox="1"/>
              <p:nvPr/>
            </p:nvSpPr>
            <p:spPr>
              <a:xfrm rot="16200000">
                <a:off x="2915995" y="2091916"/>
                <a:ext cx="49404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200" dirty="0">
                    <a:latin typeface="+mj-lt"/>
                  </a:rPr>
                  <a:t>Body</a:t>
                </a:r>
              </a:p>
            </p:txBody>
          </p:sp>
          <p:sp>
            <p:nvSpPr>
              <p:cNvPr id="42" name="ZoneTexte 41">
                <a:extLst>
                  <a:ext uri="{FF2B5EF4-FFF2-40B4-BE49-F238E27FC236}">
                    <a16:creationId xmlns:a16="http://schemas.microsoft.com/office/drawing/2014/main" id="{28FE6079-8A39-A742-A483-53CBFE8247BB}"/>
                  </a:ext>
                </a:extLst>
              </p:cNvPr>
              <p:cNvSpPr txBox="1"/>
              <p:nvPr/>
            </p:nvSpPr>
            <p:spPr>
              <a:xfrm rot="16200000">
                <a:off x="3147357" y="2081030"/>
                <a:ext cx="50687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200" dirty="0">
                    <a:latin typeface="+mj-lt"/>
                  </a:rPr>
                  <a:t>Head</a:t>
                </a:r>
              </a:p>
            </p:txBody>
          </p:sp>
          <p:sp>
            <p:nvSpPr>
              <p:cNvPr id="43" name="ZoneTexte 42">
                <a:extLst>
                  <a:ext uri="{FF2B5EF4-FFF2-40B4-BE49-F238E27FC236}">
                    <a16:creationId xmlns:a16="http://schemas.microsoft.com/office/drawing/2014/main" id="{FFA0B0B9-845F-D941-A105-10B346D95E20}"/>
                  </a:ext>
                </a:extLst>
              </p:cNvPr>
              <p:cNvSpPr txBox="1"/>
              <p:nvPr/>
            </p:nvSpPr>
            <p:spPr>
              <a:xfrm rot="16200000">
                <a:off x="3393256" y="2091916"/>
                <a:ext cx="49404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200" dirty="0">
                    <a:latin typeface="+mj-lt"/>
                  </a:rPr>
                  <a:t>Body</a:t>
                </a:r>
              </a:p>
            </p:txBody>
          </p:sp>
          <p:sp>
            <p:nvSpPr>
              <p:cNvPr id="44" name="ZoneTexte 43">
                <a:extLst>
                  <a:ext uri="{FF2B5EF4-FFF2-40B4-BE49-F238E27FC236}">
                    <a16:creationId xmlns:a16="http://schemas.microsoft.com/office/drawing/2014/main" id="{DD19E05A-26B0-D346-A00D-AAF7C0C8B77E}"/>
                  </a:ext>
                </a:extLst>
              </p:cNvPr>
              <p:cNvSpPr txBox="1"/>
              <p:nvPr/>
            </p:nvSpPr>
            <p:spPr>
              <a:xfrm rot="16200000">
                <a:off x="3897582" y="2078466"/>
                <a:ext cx="50687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200" dirty="0">
                    <a:latin typeface="+mj-lt"/>
                  </a:rPr>
                  <a:t>Head</a:t>
                </a:r>
              </a:p>
            </p:txBody>
          </p:sp>
          <p:sp>
            <p:nvSpPr>
              <p:cNvPr id="45" name="ZoneTexte 44">
                <a:extLst>
                  <a:ext uri="{FF2B5EF4-FFF2-40B4-BE49-F238E27FC236}">
                    <a16:creationId xmlns:a16="http://schemas.microsoft.com/office/drawing/2014/main" id="{6C3EAC1C-8C2C-1B45-9245-2832ECDA635C}"/>
                  </a:ext>
                </a:extLst>
              </p:cNvPr>
              <p:cNvSpPr txBox="1"/>
              <p:nvPr/>
            </p:nvSpPr>
            <p:spPr>
              <a:xfrm rot="16200000">
                <a:off x="4143481" y="2089352"/>
                <a:ext cx="49404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200" dirty="0">
                    <a:latin typeface="+mj-lt"/>
                  </a:rPr>
                  <a:t>Body</a:t>
                </a:r>
              </a:p>
            </p:txBody>
          </p:sp>
          <p:sp>
            <p:nvSpPr>
              <p:cNvPr id="46" name="ZoneTexte 45">
                <a:extLst>
                  <a:ext uri="{FF2B5EF4-FFF2-40B4-BE49-F238E27FC236}">
                    <a16:creationId xmlns:a16="http://schemas.microsoft.com/office/drawing/2014/main" id="{6E4B0463-2151-6E4B-A1DE-D78F6A107FC2}"/>
                  </a:ext>
                </a:extLst>
              </p:cNvPr>
              <p:cNvSpPr txBox="1"/>
              <p:nvPr/>
            </p:nvSpPr>
            <p:spPr>
              <a:xfrm rot="16200000">
                <a:off x="4351577" y="2078465"/>
                <a:ext cx="50687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200" dirty="0">
                    <a:latin typeface="+mj-lt"/>
                  </a:rPr>
                  <a:t>Head</a:t>
                </a:r>
              </a:p>
            </p:txBody>
          </p:sp>
          <p:sp>
            <p:nvSpPr>
              <p:cNvPr id="47" name="ZoneTexte 46">
                <a:extLst>
                  <a:ext uri="{FF2B5EF4-FFF2-40B4-BE49-F238E27FC236}">
                    <a16:creationId xmlns:a16="http://schemas.microsoft.com/office/drawing/2014/main" id="{2DD12E41-E773-4E44-BB70-E7F857FE642D}"/>
                  </a:ext>
                </a:extLst>
              </p:cNvPr>
              <p:cNvSpPr txBox="1"/>
              <p:nvPr/>
            </p:nvSpPr>
            <p:spPr>
              <a:xfrm rot="16200000">
                <a:off x="4597476" y="2089351"/>
                <a:ext cx="49404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200" dirty="0">
                    <a:latin typeface="+mj-lt"/>
                  </a:rPr>
                  <a:t>Body</a:t>
                </a:r>
              </a:p>
            </p:txBody>
          </p:sp>
          <p:sp>
            <p:nvSpPr>
              <p:cNvPr id="48" name="ZoneTexte 47">
                <a:extLst>
                  <a:ext uri="{FF2B5EF4-FFF2-40B4-BE49-F238E27FC236}">
                    <a16:creationId xmlns:a16="http://schemas.microsoft.com/office/drawing/2014/main" id="{3BE1BB0A-BFF4-5A45-A613-5FA6A6AFF2DD}"/>
                  </a:ext>
                </a:extLst>
              </p:cNvPr>
              <p:cNvSpPr txBox="1"/>
              <p:nvPr/>
            </p:nvSpPr>
            <p:spPr>
              <a:xfrm rot="16200000">
                <a:off x="4817205" y="2088587"/>
                <a:ext cx="50687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200" dirty="0">
                    <a:latin typeface="+mj-lt"/>
                  </a:rPr>
                  <a:t>Head</a:t>
                </a:r>
              </a:p>
            </p:txBody>
          </p:sp>
          <p:sp>
            <p:nvSpPr>
              <p:cNvPr id="49" name="ZoneTexte 48">
                <a:extLst>
                  <a:ext uri="{FF2B5EF4-FFF2-40B4-BE49-F238E27FC236}">
                    <a16:creationId xmlns:a16="http://schemas.microsoft.com/office/drawing/2014/main" id="{0CF84CAB-1AFA-D848-A7A4-C6126BF5778F}"/>
                  </a:ext>
                </a:extLst>
              </p:cNvPr>
              <p:cNvSpPr txBox="1"/>
              <p:nvPr/>
            </p:nvSpPr>
            <p:spPr>
              <a:xfrm rot="16200000">
                <a:off x="5063104" y="2099473"/>
                <a:ext cx="49404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200" dirty="0">
                    <a:latin typeface="+mj-lt"/>
                  </a:rPr>
                  <a:t>Body</a:t>
                </a:r>
              </a:p>
            </p:txBody>
          </p:sp>
          <p:sp>
            <p:nvSpPr>
              <p:cNvPr id="50" name="ZoneTexte 49">
                <a:extLst>
                  <a:ext uri="{FF2B5EF4-FFF2-40B4-BE49-F238E27FC236}">
                    <a16:creationId xmlns:a16="http://schemas.microsoft.com/office/drawing/2014/main" id="{1FC80709-329E-2748-B102-964856B40CBD}"/>
                  </a:ext>
                </a:extLst>
              </p:cNvPr>
              <p:cNvSpPr txBox="1"/>
              <p:nvPr/>
            </p:nvSpPr>
            <p:spPr>
              <a:xfrm rot="16200000">
                <a:off x="5294466" y="2088587"/>
                <a:ext cx="50687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200" dirty="0">
                    <a:latin typeface="+mj-lt"/>
                  </a:rPr>
                  <a:t>Head</a:t>
                </a:r>
              </a:p>
            </p:txBody>
          </p:sp>
          <p:sp>
            <p:nvSpPr>
              <p:cNvPr id="51" name="ZoneTexte 50">
                <a:extLst>
                  <a:ext uri="{FF2B5EF4-FFF2-40B4-BE49-F238E27FC236}">
                    <a16:creationId xmlns:a16="http://schemas.microsoft.com/office/drawing/2014/main" id="{679209FE-959F-7F43-A892-3B0392182D48}"/>
                  </a:ext>
                </a:extLst>
              </p:cNvPr>
              <p:cNvSpPr txBox="1"/>
              <p:nvPr/>
            </p:nvSpPr>
            <p:spPr>
              <a:xfrm rot="16200000">
                <a:off x="5540365" y="2099473"/>
                <a:ext cx="49404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200" dirty="0">
                    <a:latin typeface="+mj-lt"/>
                  </a:rPr>
                  <a:t>Body</a:t>
                </a:r>
              </a:p>
            </p:txBody>
          </p:sp>
          <p:sp>
            <p:nvSpPr>
              <p:cNvPr id="52" name="Ellipse 51">
                <a:extLst>
                  <a:ext uri="{FF2B5EF4-FFF2-40B4-BE49-F238E27FC236}">
                    <a16:creationId xmlns:a16="http://schemas.microsoft.com/office/drawing/2014/main" id="{057D35B3-1DEB-EA4B-AFE4-D7E53FD958EE}"/>
                  </a:ext>
                </a:extLst>
              </p:cNvPr>
              <p:cNvSpPr/>
              <p:nvPr/>
            </p:nvSpPr>
            <p:spPr>
              <a:xfrm>
                <a:off x="2983813" y="2438058"/>
                <a:ext cx="152400" cy="161759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1400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53" name="Ellipse 52">
                <a:extLst>
                  <a:ext uri="{FF2B5EF4-FFF2-40B4-BE49-F238E27FC236}">
                    <a16:creationId xmlns:a16="http://schemas.microsoft.com/office/drawing/2014/main" id="{2385B3DE-4FCF-F942-B2B3-EA63CF059D98}"/>
                  </a:ext>
                </a:extLst>
              </p:cNvPr>
              <p:cNvSpPr/>
              <p:nvPr/>
            </p:nvSpPr>
            <p:spPr>
              <a:xfrm>
                <a:off x="2057987" y="2438058"/>
                <a:ext cx="152400" cy="161759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1400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54" name="Ellipse 53">
                <a:extLst>
                  <a:ext uri="{FF2B5EF4-FFF2-40B4-BE49-F238E27FC236}">
                    <a16:creationId xmlns:a16="http://schemas.microsoft.com/office/drawing/2014/main" id="{076C0894-B16C-6949-AC5C-3832B67C4B28}"/>
                  </a:ext>
                </a:extLst>
              </p:cNvPr>
              <p:cNvSpPr/>
              <p:nvPr/>
            </p:nvSpPr>
            <p:spPr>
              <a:xfrm>
                <a:off x="2505956" y="2438058"/>
                <a:ext cx="152400" cy="161759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1400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55" name="Ellipse 54">
                <a:extLst>
                  <a:ext uri="{FF2B5EF4-FFF2-40B4-BE49-F238E27FC236}">
                    <a16:creationId xmlns:a16="http://schemas.microsoft.com/office/drawing/2014/main" id="{E42F40B4-AB4C-6943-97A8-2830BE399562}"/>
                  </a:ext>
                </a:extLst>
              </p:cNvPr>
              <p:cNvSpPr/>
              <p:nvPr/>
            </p:nvSpPr>
            <p:spPr>
              <a:xfrm>
                <a:off x="3419062" y="2438058"/>
                <a:ext cx="152400" cy="161759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1400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56" name="Ellipse 55">
                <a:extLst>
                  <a:ext uri="{FF2B5EF4-FFF2-40B4-BE49-F238E27FC236}">
                    <a16:creationId xmlns:a16="http://schemas.microsoft.com/office/drawing/2014/main" id="{F67676AD-427A-3141-8CE3-760D6D631FED}"/>
                  </a:ext>
                </a:extLst>
              </p:cNvPr>
              <p:cNvSpPr/>
              <p:nvPr/>
            </p:nvSpPr>
            <p:spPr>
              <a:xfrm>
                <a:off x="5168127" y="2438058"/>
                <a:ext cx="152400" cy="161759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1400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57" name="Ellipse 56">
                <a:extLst>
                  <a:ext uri="{FF2B5EF4-FFF2-40B4-BE49-F238E27FC236}">
                    <a16:creationId xmlns:a16="http://schemas.microsoft.com/office/drawing/2014/main" id="{E6B1606B-05CE-0041-A102-902EDB077512}"/>
                  </a:ext>
                </a:extLst>
              </p:cNvPr>
              <p:cNvSpPr/>
              <p:nvPr/>
            </p:nvSpPr>
            <p:spPr>
              <a:xfrm>
                <a:off x="4242301" y="2438058"/>
                <a:ext cx="152400" cy="161759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1400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58" name="Ellipse 57">
                <a:extLst>
                  <a:ext uri="{FF2B5EF4-FFF2-40B4-BE49-F238E27FC236}">
                    <a16:creationId xmlns:a16="http://schemas.microsoft.com/office/drawing/2014/main" id="{6B6438F8-CF3F-F041-BEA5-757A27D634A1}"/>
                  </a:ext>
                </a:extLst>
              </p:cNvPr>
              <p:cNvSpPr/>
              <p:nvPr/>
            </p:nvSpPr>
            <p:spPr>
              <a:xfrm>
                <a:off x="4690270" y="2438058"/>
                <a:ext cx="152400" cy="161759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1400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59" name="Ellipse 58">
                <a:extLst>
                  <a:ext uri="{FF2B5EF4-FFF2-40B4-BE49-F238E27FC236}">
                    <a16:creationId xmlns:a16="http://schemas.microsoft.com/office/drawing/2014/main" id="{A5F7B50E-562F-3C4F-B5A5-3CA734EBA342}"/>
                  </a:ext>
                </a:extLst>
              </p:cNvPr>
              <p:cNvSpPr/>
              <p:nvPr/>
            </p:nvSpPr>
            <p:spPr>
              <a:xfrm>
                <a:off x="5603376" y="2438058"/>
                <a:ext cx="152400" cy="161759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1400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</p:grpSp>
        <p:sp>
          <p:nvSpPr>
            <p:cNvPr id="62" name="ZoneTexte 61">
              <a:extLst>
                <a:ext uri="{FF2B5EF4-FFF2-40B4-BE49-F238E27FC236}">
                  <a16:creationId xmlns:a16="http://schemas.microsoft.com/office/drawing/2014/main" id="{FC7F24EE-AAC2-CD41-BD6D-703F5AAF0DF2}"/>
                </a:ext>
              </a:extLst>
            </p:cNvPr>
            <p:cNvSpPr txBox="1"/>
            <p:nvPr/>
          </p:nvSpPr>
          <p:spPr>
            <a:xfrm>
              <a:off x="4277848" y="2174294"/>
              <a:ext cx="372295" cy="2831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/>
                <a:t>♂♀︎︎</a:t>
              </a:r>
            </a:p>
          </p:txBody>
        </p:sp>
        <p:pic>
          <p:nvPicPr>
            <p:cNvPr id="68" name="Image 67">
              <a:extLst>
                <a:ext uri="{FF2B5EF4-FFF2-40B4-BE49-F238E27FC236}">
                  <a16:creationId xmlns:a16="http://schemas.microsoft.com/office/drawing/2014/main" id="{8A9E4875-96C8-D044-BD9C-82771984054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flipH="1">
              <a:off x="2396688" y="2206843"/>
              <a:ext cx="276497" cy="236597"/>
            </a:xfrm>
            <a:prstGeom prst="rect">
              <a:avLst/>
            </a:prstGeom>
          </p:spPr>
        </p:pic>
        <p:grpSp>
          <p:nvGrpSpPr>
            <p:cNvPr id="108" name="Groupe 107">
              <a:extLst>
                <a:ext uri="{FF2B5EF4-FFF2-40B4-BE49-F238E27FC236}">
                  <a16:creationId xmlns:a16="http://schemas.microsoft.com/office/drawing/2014/main" id="{F74028F8-5EFD-7C48-9736-EDA066EB51E8}"/>
                </a:ext>
              </a:extLst>
            </p:cNvPr>
            <p:cNvGrpSpPr/>
            <p:nvPr/>
          </p:nvGrpSpPr>
          <p:grpSpPr>
            <a:xfrm>
              <a:off x="1055993" y="2470112"/>
              <a:ext cx="330929" cy="1009530"/>
              <a:chOff x="1057554" y="3015175"/>
              <a:chExt cx="369332" cy="1316683"/>
            </a:xfrm>
          </p:grpSpPr>
          <p:sp>
            <p:nvSpPr>
              <p:cNvPr id="109" name="Rectangle 108">
                <a:extLst>
                  <a:ext uri="{FF2B5EF4-FFF2-40B4-BE49-F238E27FC236}">
                    <a16:creationId xmlns:a16="http://schemas.microsoft.com/office/drawing/2014/main" id="{97F162F4-3FED-9E4D-B1FC-DA5F947403F4}"/>
                  </a:ext>
                </a:extLst>
              </p:cNvPr>
              <p:cNvSpPr/>
              <p:nvPr/>
            </p:nvSpPr>
            <p:spPr>
              <a:xfrm>
                <a:off x="1067183" y="3015175"/>
                <a:ext cx="359228" cy="1316683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10" name="ZoneTexte 109">
                <a:extLst>
                  <a:ext uri="{FF2B5EF4-FFF2-40B4-BE49-F238E27FC236}">
                    <a16:creationId xmlns:a16="http://schemas.microsoft.com/office/drawing/2014/main" id="{78D216B2-F2AE-EE47-8943-C7C644896425}"/>
                  </a:ext>
                </a:extLst>
              </p:cNvPr>
              <p:cNvSpPr txBox="1"/>
              <p:nvPr/>
            </p:nvSpPr>
            <p:spPr>
              <a:xfrm rot="16200000">
                <a:off x="1033669" y="3448302"/>
                <a:ext cx="4171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dirty="0">
                    <a:latin typeface="+mj-lt"/>
                  </a:rPr>
                  <a:t>X1</a:t>
                </a:r>
              </a:p>
            </p:txBody>
          </p:sp>
        </p:grpSp>
        <p:pic>
          <p:nvPicPr>
            <p:cNvPr id="114" name="Image 113">
              <a:extLst>
                <a:ext uri="{FF2B5EF4-FFF2-40B4-BE49-F238E27FC236}">
                  <a16:creationId xmlns:a16="http://schemas.microsoft.com/office/drawing/2014/main" id="{BB7220A3-6E08-424F-90E6-75A268EBA1A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35739" t="15492" r="42205" b="5638"/>
            <a:stretch/>
          </p:blipFill>
          <p:spPr>
            <a:xfrm rot="16200000">
              <a:off x="3118279" y="1232793"/>
              <a:ext cx="657166" cy="4082272"/>
            </a:xfrm>
            <a:prstGeom prst="rect">
              <a:avLst/>
            </a:prstGeom>
          </p:spPr>
        </p:pic>
      </p:grpSp>
      <p:grpSp>
        <p:nvGrpSpPr>
          <p:cNvPr id="98" name="Groupe 97">
            <a:extLst>
              <a:ext uri="{FF2B5EF4-FFF2-40B4-BE49-F238E27FC236}">
                <a16:creationId xmlns:a16="http://schemas.microsoft.com/office/drawing/2014/main" id="{D17ED3FF-417F-6749-B179-2830F2614B09}"/>
              </a:ext>
            </a:extLst>
          </p:cNvPr>
          <p:cNvGrpSpPr/>
          <p:nvPr/>
        </p:nvGrpSpPr>
        <p:grpSpPr>
          <a:xfrm>
            <a:off x="1013284" y="3762061"/>
            <a:ext cx="4479631" cy="1447863"/>
            <a:chOff x="1022061" y="4880523"/>
            <a:chExt cx="4479631" cy="1447863"/>
          </a:xfrm>
        </p:grpSpPr>
        <p:pic>
          <p:nvPicPr>
            <p:cNvPr id="10" name="Image 9">
              <a:extLst>
                <a:ext uri="{FF2B5EF4-FFF2-40B4-BE49-F238E27FC236}">
                  <a16:creationId xmlns:a16="http://schemas.microsoft.com/office/drawing/2014/main" id="{A2B8C2AD-F217-6D4A-9502-26993EB794D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l="35405" t="11747" r="43729" b="7301"/>
            <a:stretch/>
          </p:blipFill>
          <p:spPr>
            <a:xfrm rot="16200000">
              <a:off x="3060623" y="3866896"/>
              <a:ext cx="810882" cy="4071257"/>
            </a:xfrm>
            <a:prstGeom prst="rect">
              <a:avLst/>
            </a:prstGeom>
          </p:spPr>
        </p:pic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A26492BD-F4B7-3645-9380-AC977753DE61}"/>
                </a:ext>
              </a:extLst>
            </p:cNvPr>
            <p:cNvSpPr/>
            <p:nvPr/>
          </p:nvSpPr>
          <p:spPr>
            <a:xfrm>
              <a:off x="1041261" y="5318856"/>
              <a:ext cx="321876" cy="100953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16" name="ZoneTexte 115">
              <a:extLst>
                <a:ext uri="{FF2B5EF4-FFF2-40B4-BE49-F238E27FC236}">
                  <a16:creationId xmlns:a16="http://schemas.microsoft.com/office/drawing/2014/main" id="{F791144C-1430-1D43-ABD4-40ED6C31BE87}"/>
                </a:ext>
              </a:extLst>
            </p:cNvPr>
            <p:cNvSpPr txBox="1"/>
            <p:nvPr/>
          </p:nvSpPr>
          <p:spPr>
            <a:xfrm rot="16200000">
              <a:off x="871539" y="5593248"/>
              <a:ext cx="6703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>
                  <a:latin typeface="+mj-lt"/>
                </a:rPr>
                <a:t>GRS2</a:t>
              </a:r>
            </a:p>
          </p:txBody>
        </p:sp>
        <p:grpSp>
          <p:nvGrpSpPr>
            <p:cNvPr id="117" name="Groupe 116">
              <a:extLst>
                <a:ext uri="{FF2B5EF4-FFF2-40B4-BE49-F238E27FC236}">
                  <a16:creationId xmlns:a16="http://schemas.microsoft.com/office/drawing/2014/main" id="{1C0768A5-0F3B-DA4A-B481-46CFACC47B0F}"/>
                </a:ext>
              </a:extLst>
            </p:cNvPr>
            <p:cNvGrpSpPr/>
            <p:nvPr/>
          </p:nvGrpSpPr>
          <p:grpSpPr>
            <a:xfrm>
              <a:off x="1640939" y="4880523"/>
              <a:ext cx="3638275" cy="763562"/>
              <a:chOff x="1673596" y="678637"/>
              <a:chExt cx="3638275" cy="763562"/>
            </a:xfrm>
          </p:grpSpPr>
          <p:sp>
            <p:nvSpPr>
              <p:cNvPr id="118" name="ZoneTexte 117">
                <a:extLst>
                  <a:ext uri="{FF2B5EF4-FFF2-40B4-BE49-F238E27FC236}">
                    <a16:creationId xmlns:a16="http://schemas.microsoft.com/office/drawing/2014/main" id="{55CA009E-E5F9-D84B-9E7E-638D7F3BAC7F}"/>
                  </a:ext>
                </a:extLst>
              </p:cNvPr>
              <p:cNvSpPr txBox="1"/>
              <p:nvPr/>
            </p:nvSpPr>
            <p:spPr>
              <a:xfrm rot="16200000">
                <a:off x="1603381" y="1018766"/>
                <a:ext cx="388628" cy="2481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200" dirty="0">
                    <a:latin typeface="+mj-lt"/>
                  </a:rPr>
                  <a:t>Head</a:t>
                </a:r>
              </a:p>
            </p:txBody>
          </p:sp>
          <p:sp>
            <p:nvSpPr>
              <p:cNvPr id="119" name="ZoneTexte 118">
                <a:extLst>
                  <a:ext uri="{FF2B5EF4-FFF2-40B4-BE49-F238E27FC236}">
                    <a16:creationId xmlns:a16="http://schemas.microsoft.com/office/drawing/2014/main" id="{8D7E21F1-D211-A64D-9F09-6D3FE987B87D}"/>
                  </a:ext>
                </a:extLst>
              </p:cNvPr>
              <p:cNvSpPr txBox="1"/>
              <p:nvPr/>
            </p:nvSpPr>
            <p:spPr>
              <a:xfrm rot="16200000">
                <a:off x="1822883" y="1027113"/>
                <a:ext cx="378796" cy="2481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200" dirty="0">
                    <a:latin typeface="+mj-lt"/>
                  </a:rPr>
                  <a:t>Body</a:t>
                </a:r>
              </a:p>
            </p:txBody>
          </p:sp>
          <p:sp>
            <p:nvSpPr>
              <p:cNvPr id="120" name="ZoneTexte 119">
                <a:extLst>
                  <a:ext uri="{FF2B5EF4-FFF2-40B4-BE49-F238E27FC236}">
                    <a16:creationId xmlns:a16="http://schemas.microsoft.com/office/drawing/2014/main" id="{7B403523-B353-2D45-A6FF-A378DBAB117F}"/>
                  </a:ext>
                </a:extLst>
              </p:cNvPr>
              <p:cNvSpPr txBox="1"/>
              <p:nvPr/>
            </p:nvSpPr>
            <p:spPr>
              <a:xfrm rot="16200000">
                <a:off x="2010170" y="1018765"/>
                <a:ext cx="388628" cy="2481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200" dirty="0">
                    <a:latin typeface="+mj-lt"/>
                  </a:rPr>
                  <a:t>Head</a:t>
                </a:r>
              </a:p>
            </p:txBody>
          </p:sp>
          <p:sp>
            <p:nvSpPr>
              <p:cNvPr id="121" name="ZoneTexte 120">
                <a:extLst>
                  <a:ext uri="{FF2B5EF4-FFF2-40B4-BE49-F238E27FC236}">
                    <a16:creationId xmlns:a16="http://schemas.microsoft.com/office/drawing/2014/main" id="{C21F4A50-7AD1-074C-A204-FC72018BCA09}"/>
                  </a:ext>
                </a:extLst>
              </p:cNvPr>
              <p:cNvSpPr txBox="1"/>
              <p:nvPr/>
            </p:nvSpPr>
            <p:spPr>
              <a:xfrm rot="16200000">
                <a:off x="2229672" y="1027112"/>
                <a:ext cx="378796" cy="2481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200" dirty="0">
                    <a:latin typeface="+mj-lt"/>
                  </a:rPr>
                  <a:t>Body</a:t>
                </a:r>
              </a:p>
            </p:txBody>
          </p:sp>
          <p:sp>
            <p:nvSpPr>
              <p:cNvPr id="122" name="ZoneTexte 121">
                <a:extLst>
                  <a:ext uri="{FF2B5EF4-FFF2-40B4-BE49-F238E27FC236}">
                    <a16:creationId xmlns:a16="http://schemas.microsoft.com/office/drawing/2014/main" id="{0604E9A1-89EE-5048-B8AD-46C311296D18}"/>
                  </a:ext>
                </a:extLst>
              </p:cNvPr>
              <p:cNvSpPr txBox="1"/>
              <p:nvPr/>
            </p:nvSpPr>
            <p:spPr>
              <a:xfrm rot="16200000">
                <a:off x="2427383" y="1026526"/>
                <a:ext cx="388628" cy="2481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200" dirty="0">
                    <a:latin typeface="+mj-lt"/>
                  </a:rPr>
                  <a:t>Head</a:t>
                </a:r>
              </a:p>
            </p:txBody>
          </p:sp>
          <p:sp>
            <p:nvSpPr>
              <p:cNvPr id="123" name="ZoneTexte 122">
                <a:extLst>
                  <a:ext uri="{FF2B5EF4-FFF2-40B4-BE49-F238E27FC236}">
                    <a16:creationId xmlns:a16="http://schemas.microsoft.com/office/drawing/2014/main" id="{3B252739-24AA-CF41-916F-9B56A5F83DE9}"/>
                  </a:ext>
                </a:extLst>
              </p:cNvPr>
              <p:cNvSpPr txBox="1"/>
              <p:nvPr/>
            </p:nvSpPr>
            <p:spPr>
              <a:xfrm rot="16200000">
                <a:off x="2646884" y="1034873"/>
                <a:ext cx="378796" cy="2481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200" dirty="0">
                    <a:latin typeface="+mj-lt"/>
                  </a:rPr>
                  <a:t>Body</a:t>
                </a:r>
              </a:p>
            </p:txBody>
          </p:sp>
          <p:sp>
            <p:nvSpPr>
              <p:cNvPr id="124" name="ZoneTexte 123">
                <a:extLst>
                  <a:ext uri="{FF2B5EF4-FFF2-40B4-BE49-F238E27FC236}">
                    <a16:creationId xmlns:a16="http://schemas.microsoft.com/office/drawing/2014/main" id="{FCEF5FEC-CF99-1E4C-BC7F-9D4DDE431C57}"/>
                  </a:ext>
                </a:extLst>
              </p:cNvPr>
              <p:cNvSpPr txBox="1"/>
              <p:nvPr/>
            </p:nvSpPr>
            <p:spPr>
              <a:xfrm rot="16200000">
                <a:off x="2855019" y="1026526"/>
                <a:ext cx="388628" cy="2481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200" dirty="0">
                    <a:latin typeface="+mj-lt"/>
                  </a:rPr>
                  <a:t>Head</a:t>
                </a:r>
              </a:p>
            </p:txBody>
          </p:sp>
          <p:sp>
            <p:nvSpPr>
              <p:cNvPr id="125" name="ZoneTexte 124">
                <a:extLst>
                  <a:ext uri="{FF2B5EF4-FFF2-40B4-BE49-F238E27FC236}">
                    <a16:creationId xmlns:a16="http://schemas.microsoft.com/office/drawing/2014/main" id="{762E7A0C-52E7-ED41-B261-E0F2B20C677E}"/>
                  </a:ext>
                </a:extLst>
              </p:cNvPr>
              <p:cNvSpPr txBox="1"/>
              <p:nvPr/>
            </p:nvSpPr>
            <p:spPr>
              <a:xfrm rot="16200000">
                <a:off x="3074520" y="1034873"/>
                <a:ext cx="378796" cy="2481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200" dirty="0">
                    <a:latin typeface="+mj-lt"/>
                  </a:rPr>
                  <a:t>Body</a:t>
                </a:r>
              </a:p>
            </p:txBody>
          </p:sp>
          <p:sp>
            <p:nvSpPr>
              <p:cNvPr id="126" name="ZoneTexte 125">
                <a:extLst>
                  <a:ext uri="{FF2B5EF4-FFF2-40B4-BE49-F238E27FC236}">
                    <a16:creationId xmlns:a16="http://schemas.microsoft.com/office/drawing/2014/main" id="{1AED9A70-05FB-894C-B35A-EAA0BAA3E2AD}"/>
                  </a:ext>
                </a:extLst>
              </p:cNvPr>
              <p:cNvSpPr txBox="1"/>
              <p:nvPr/>
            </p:nvSpPr>
            <p:spPr>
              <a:xfrm rot="16200000">
                <a:off x="3527236" y="1024560"/>
                <a:ext cx="388628" cy="2481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200" dirty="0">
                    <a:latin typeface="+mj-lt"/>
                  </a:rPr>
                  <a:t>Head</a:t>
                </a:r>
              </a:p>
            </p:txBody>
          </p:sp>
          <p:sp>
            <p:nvSpPr>
              <p:cNvPr id="127" name="ZoneTexte 126">
                <a:extLst>
                  <a:ext uri="{FF2B5EF4-FFF2-40B4-BE49-F238E27FC236}">
                    <a16:creationId xmlns:a16="http://schemas.microsoft.com/office/drawing/2014/main" id="{B7D645C9-E8A3-2746-A173-447ECDA9E71B}"/>
                  </a:ext>
                </a:extLst>
              </p:cNvPr>
              <p:cNvSpPr txBox="1"/>
              <p:nvPr/>
            </p:nvSpPr>
            <p:spPr>
              <a:xfrm rot="16200000">
                <a:off x="3746737" y="1032907"/>
                <a:ext cx="378796" cy="2481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200" dirty="0">
                    <a:latin typeface="+mj-lt"/>
                  </a:rPr>
                  <a:t>Body</a:t>
                </a:r>
              </a:p>
            </p:txBody>
          </p:sp>
          <p:sp>
            <p:nvSpPr>
              <p:cNvPr id="128" name="ZoneTexte 127">
                <a:extLst>
                  <a:ext uri="{FF2B5EF4-FFF2-40B4-BE49-F238E27FC236}">
                    <a16:creationId xmlns:a16="http://schemas.microsoft.com/office/drawing/2014/main" id="{80C13ECB-F876-FE42-B157-AD78BF654823}"/>
                  </a:ext>
                </a:extLst>
              </p:cNvPr>
              <p:cNvSpPr txBox="1"/>
              <p:nvPr/>
            </p:nvSpPr>
            <p:spPr>
              <a:xfrm rot="16200000">
                <a:off x="3934025" y="1024559"/>
                <a:ext cx="388628" cy="2481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200" dirty="0">
                    <a:latin typeface="+mj-lt"/>
                  </a:rPr>
                  <a:t>Head</a:t>
                </a:r>
              </a:p>
            </p:txBody>
          </p:sp>
          <p:sp>
            <p:nvSpPr>
              <p:cNvPr id="129" name="ZoneTexte 128">
                <a:extLst>
                  <a:ext uri="{FF2B5EF4-FFF2-40B4-BE49-F238E27FC236}">
                    <a16:creationId xmlns:a16="http://schemas.microsoft.com/office/drawing/2014/main" id="{4B29B21A-2BB9-6541-80EC-F0C3EC883134}"/>
                  </a:ext>
                </a:extLst>
              </p:cNvPr>
              <p:cNvSpPr txBox="1"/>
              <p:nvPr/>
            </p:nvSpPr>
            <p:spPr>
              <a:xfrm rot="16200000">
                <a:off x="4153526" y="1032906"/>
                <a:ext cx="378796" cy="2481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200" dirty="0">
                    <a:latin typeface="+mj-lt"/>
                  </a:rPr>
                  <a:t>Body</a:t>
                </a:r>
              </a:p>
            </p:txBody>
          </p:sp>
          <p:sp>
            <p:nvSpPr>
              <p:cNvPr id="130" name="ZoneTexte 129">
                <a:extLst>
                  <a:ext uri="{FF2B5EF4-FFF2-40B4-BE49-F238E27FC236}">
                    <a16:creationId xmlns:a16="http://schemas.microsoft.com/office/drawing/2014/main" id="{6F5ED405-5897-CF4B-AB29-673B3608FD9B}"/>
                  </a:ext>
                </a:extLst>
              </p:cNvPr>
              <p:cNvSpPr txBox="1"/>
              <p:nvPr/>
            </p:nvSpPr>
            <p:spPr>
              <a:xfrm rot="16200000">
                <a:off x="4351237" y="1032320"/>
                <a:ext cx="388628" cy="2481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200" dirty="0">
                    <a:latin typeface="+mj-lt"/>
                  </a:rPr>
                  <a:t>Head</a:t>
                </a:r>
              </a:p>
            </p:txBody>
          </p:sp>
          <p:sp>
            <p:nvSpPr>
              <p:cNvPr id="131" name="ZoneTexte 130">
                <a:extLst>
                  <a:ext uri="{FF2B5EF4-FFF2-40B4-BE49-F238E27FC236}">
                    <a16:creationId xmlns:a16="http://schemas.microsoft.com/office/drawing/2014/main" id="{15FF32DC-6494-B447-9AA9-ED7F5C77879B}"/>
                  </a:ext>
                </a:extLst>
              </p:cNvPr>
              <p:cNvSpPr txBox="1"/>
              <p:nvPr/>
            </p:nvSpPr>
            <p:spPr>
              <a:xfrm rot="16200000">
                <a:off x="4570739" y="1040667"/>
                <a:ext cx="378796" cy="2481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200" dirty="0">
                    <a:latin typeface="+mj-lt"/>
                  </a:rPr>
                  <a:t>Body</a:t>
                </a:r>
              </a:p>
            </p:txBody>
          </p:sp>
          <p:sp>
            <p:nvSpPr>
              <p:cNvPr id="132" name="ZoneTexte 131">
                <a:extLst>
                  <a:ext uri="{FF2B5EF4-FFF2-40B4-BE49-F238E27FC236}">
                    <a16:creationId xmlns:a16="http://schemas.microsoft.com/office/drawing/2014/main" id="{4A1D148C-D70B-BD4E-AB13-CBD705012872}"/>
                  </a:ext>
                </a:extLst>
              </p:cNvPr>
              <p:cNvSpPr txBox="1"/>
              <p:nvPr/>
            </p:nvSpPr>
            <p:spPr>
              <a:xfrm rot="16200000">
                <a:off x="4778873" y="1032320"/>
                <a:ext cx="388628" cy="2481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200" dirty="0">
                    <a:latin typeface="+mj-lt"/>
                  </a:rPr>
                  <a:t>Head</a:t>
                </a:r>
              </a:p>
            </p:txBody>
          </p:sp>
          <p:sp>
            <p:nvSpPr>
              <p:cNvPr id="133" name="ZoneTexte 132">
                <a:extLst>
                  <a:ext uri="{FF2B5EF4-FFF2-40B4-BE49-F238E27FC236}">
                    <a16:creationId xmlns:a16="http://schemas.microsoft.com/office/drawing/2014/main" id="{014C47DE-030E-434A-81C9-C8AE42F49515}"/>
                  </a:ext>
                </a:extLst>
              </p:cNvPr>
              <p:cNvSpPr txBox="1"/>
              <p:nvPr/>
            </p:nvSpPr>
            <p:spPr>
              <a:xfrm rot="16200000">
                <a:off x="4998375" y="1040667"/>
                <a:ext cx="378796" cy="2481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200" dirty="0">
                    <a:latin typeface="+mj-lt"/>
                  </a:rPr>
                  <a:t>Body</a:t>
                </a:r>
              </a:p>
            </p:txBody>
          </p:sp>
          <p:sp>
            <p:nvSpPr>
              <p:cNvPr id="134" name="Ellipse 133">
                <a:extLst>
                  <a:ext uri="{FF2B5EF4-FFF2-40B4-BE49-F238E27FC236}">
                    <a16:creationId xmlns:a16="http://schemas.microsoft.com/office/drawing/2014/main" id="{4CBF2560-7AA3-784F-AA5F-77F87102B73A}"/>
                  </a:ext>
                </a:extLst>
              </p:cNvPr>
              <p:cNvSpPr/>
              <p:nvPr/>
            </p:nvSpPr>
            <p:spPr>
              <a:xfrm>
                <a:off x="2675711" y="1318175"/>
                <a:ext cx="136554" cy="1240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1400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135" name="Ellipse 134">
                <a:extLst>
                  <a:ext uri="{FF2B5EF4-FFF2-40B4-BE49-F238E27FC236}">
                    <a16:creationId xmlns:a16="http://schemas.microsoft.com/office/drawing/2014/main" id="{87131727-AF1D-9E40-BD93-D748A540A7EE}"/>
                  </a:ext>
                </a:extLst>
              </p:cNvPr>
              <p:cNvSpPr/>
              <p:nvPr/>
            </p:nvSpPr>
            <p:spPr>
              <a:xfrm>
                <a:off x="1846151" y="1318175"/>
                <a:ext cx="136554" cy="1240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1400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136" name="Ellipse 135">
                <a:extLst>
                  <a:ext uri="{FF2B5EF4-FFF2-40B4-BE49-F238E27FC236}">
                    <a16:creationId xmlns:a16="http://schemas.microsoft.com/office/drawing/2014/main" id="{1803E875-17C5-EF48-8A39-4F69F740033B}"/>
                  </a:ext>
                </a:extLst>
              </p:cNvPr>
              <p:cNvSpPr/>
              <p:nvPr/>
            </p:nvSpPr>
            <p:spPr>
              <a:xfrm>
                <a:off x="2247541" y="1318175"/>
                <a:ext cx="136554" cy="1240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1400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137" name="Ellipse 136">
                <a:extLst>
                  <a:ext uri="{FF2B5EF4-FFF2-40B4-BE49-F238E27FC236}">
                    <a16:creationId xmlns:a16="http://schemas.microsoft.com/office/drawing/2014/main" id="{98F7E99F-CC76-8947-8115-7FF6507639FB}"/>
                  </a:ext>
                </a:extLst>
              </p:cNvPr>
              <p:cNvSpPr/>
              <p:nvPr/>
            </p:nvSpPr>
            <p:spPr>
              <a:xfrm>
                <a:off x="3065703" y="1318175"/>
                <a:ext cx="136554" cy="1240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1400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138" name="Ellipse 137">
                <a:extLst>
                  <a:ext uri="{FF2B5EF4-FFF2-40B4-BE49-F238E27FC236}">
                    <a16:creationId xmlns:a16="http://schemas.microsoft.com/office/drawing/2014/main" id="{326C4250-E743-A744-B172-8C7ADCA65EFB}"/>
                  </a:ext>
                </a:extLst>
              </p:cNvPr>
              <p:cNvSpPr/>
              <p:nvPr/>
            </p:nvSpPr>
            <p:spPr>
              <a:xfrm>
                <a:off x="4632902" y="1318175"/>
                <a:ext cx="136554" cy="1240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1400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139" name="Ellipse 138">
                <a:extLst>
                  <a:ext uri="{FF2B5EF4-FFF2-40B4-BE49-F238E27FC236}">
                    <a16:creationId xmlns:a16="http://schemas.microsoft.com/office/drawing/2014/main" id="{2DD736C9-6B9F-A247-A0A4-2AC67E3798C2}"/>
                  </a:ext>
                </a:extLst>
              </p:cNvPr>
              <p:cNvSpPr/>
              <p:nvPr/>
            </p:nvSpPr>
            <p:spPr>
              <a:xfrm>
                <a:off x="3803342" y="1318175"/>
                <a:ext cx="136554" cy="1240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1400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140" name="Ellipse 139">
                <a:extLst>
                  <a:ext uri="{FF2B5EF4-FFF2-40B4-BE49-F238E27FC236}">
                    <a16:creationId xmlns:a16="http://schemas.microsoft.com/office/drawing/2014/main" id="{8159BC19-A021-1641-BF95-E3D9BF303872}"/>
                  </a:ext>
                </a:extLst>
              </p:cNvPr>
              <p:cNvSpPr/>
              <p:nvPr/>
            </p:nvSpPr>
            <p:spPr>
              <a:xfrm>
                <a:off x="4204732" y="1318175"/>
                <a:ext cx="136554" cy="1240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1400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141" name="Ellipse 140">
                <a:extLst>
                  <a:ext uri="{FF2B5EF4-FFF2-40B4-BE49-F238E27FC236}">
                    <a16:creationId xmlns:a16="http://schemas.microsoft.com/office/drawing/2014/main" id="{C158CA50-75AB-0547-8B38-3AA5F8D7F076}"/>
                  </a:ext>
                </a:extLst>
              </p:cNvPr>
              <p:cNvSpPr/>
              <p:nvPr/>
            </p:nvSpPr>
            <p:spPr>
              <a:xfrm>
                <a:off x="5022894" y="1318175"/>
                <a:ext cx="136554" cy="1240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1400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142" name="ZoneTexte 141">
                <a:extLst>
                  <a:ext uri="{FF2B5EF4-FFF2-40B4-BE49-F238E27FC236}">
                    <a16:creationId xmlns:a16="http://schemas.microsoft.com/office/drawing/2014/main" id="{B3C45453-545C-6942-925E-76A4C849D69C}"/>
                  </a:ext>
                </a:extLst>
              </p:cNvPr>
              <p:cNvSpPr txBox="1"/>
              <p:nvPr/>
            </p:nvSpPr>
            <p:spPr>
              <a:xfrm>
                <a:off x="4316782" y="678637"/>
                <a:ext cx="372295" cy="2831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dirty="0"/>
                  <a:t>♂♀︎︎</a:t>
                </a:r>
              </a:p>
            </p:txBody>
          </p:sp>
          <p:pic>
            <p:nvPicPr>
              <p:cNvPr id="143" name="Image 142">
                <a:extLst>
                  <a:ext uri="{FF2B5EF4-FFF2-40B4-BE49-F238E27FC236}">
                    <a16:creationId xmlns:a16="http://schemas.microsoft.com/office/drawing/2014/main" id="{48A159FA-2246-D040-BC96-49F87E61AF0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 flipH="1">
                <a:off x="2396897" y="714682"/>
                <a:ext cx="276497" cy="236597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7078784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0433E7B6-8865-6A40-A930-B504FD2ABEAC}"/>
              </a:ext>
            </a:extLst>
          </p:cNvPr>
          <p:cNvSpPr txBox="1"/>
          <p:nvPr/>
        </p:nvSpPr>
        <p:spPr>
          <a:xfrm>
            <a:off x="1258463" y="283376"/>
            <a:ext cx="74286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>
                <a:latin typeface="+mj-lt"/>
              </a:rPr>
              <a:t>Experiment</a:t>
            </a:r>
            <a:r>
              <a:rPr lang="fr-FR" dirty="0">
                <a:latin typeface="+mj-lt"/>
              </a:rPr>
              <a:t> #3 on </a:t>
            </a:r>
            <a:r>
              <a:rPr lang="fr-FR" b="1" dirty="0" err="1">
                <a:latin typeface="+mj-lt"/>
              </a:rPr>
              <a:t>your</a:t>
            </a:r>
            <a:r>
              <a:rPr lang="fr-FR" b="1" dirty="0">
                <a:latin typeface="+mj-lt"/>
              </a:rPr>
              <a:t> PS1017 </a:t>
            </a:r>
            <a:r>
              <a:rPr lang="fr-FR" dirty="0" err="1">
                <a:latin typeface="+mj-lt"/>
              </a:rPr>
              <a:t>strain</a:t>
            </a:r>
            <a:r>
              <a:rPr lang="fr-FR" dirty="0">
                <a:latin typeface="+mj-lt"/>
              </a:rPr>
              <a:t> (no males): on 4 </a:t>
            </a:r>
            <a:r>
              <a:rPr lang="fr-FR" dirty="0" err="1">
                <a:latin typeface="+mj-lt"/>
              </a:rPr>
              <a:t>other</a:t>
            </a:r>
            <a:r>
              <a:rPr lang="fr-FR" dirty="0">
                <a:latin typeface="+mj-lt"/>
              </a:rPr>
              <a:t> </a:t>
            </a:r>
            <a:r>
              <a:rPr lang="fr-FR" dirty="0" err="1">
                <a:latin typeface="+mj-lt"/>
              </a:rPr>
              <a:t>dissected</a:t>
            </a:r>
            <a:r>
              <a:rPr lang="fr-FR" dirty="0">
                <a:latin typeface="+mj-lt"/>
              </a:rPr>
              <a:t> </a:t>
            </a:r>
            <a:r>
              <a:rPr lang="fr-FR" dirty="0" err="1">
                <a:latin typeface="+mj-lt"/>
              </a:rPr>
              <a:t>females</a:t>
            </a:r>
            <a:endParaRPr lang="fr-FR" dirty="0">
              <a:latin typeface="+mj-lt"/>
            </a:endParaRPr>
          </a:p>
        </p:txBody>
      </p:sp>
      <p:sp>
        <p:nvSpPr>
          <p:cNvPr id="105" name="ZoneTexte 104">
            <a:extLst>
              <a:ext uri="{FF2B5EF4-FFF2-40B4-BE49-F238E27FC236}">
                <a16:creationId xmlns:a16="http://schemas.microsoft.com/office/drawing/2014/main" id="{D40BD942-00A9-A942-B7E8-B97D36303726}"/>
              </a:ext>
            </a:extLst>
          </p:cNvPr>
          <p:cNvSpPr txBox="1"/>
          <p:nvPr/>
        </p:nvSpPr>
        <p:spPr>
          <a:xfrm>
            <a:off x="6630459" y="2188863"/>
            <a:ext cx="514663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+mj-lt"/>
              </a:rPr>
              <a:t>CONCLUSION</a:t>
            </a:r>
          </a:p>
          <a:p>
            <a:r>
              <a:rPr lang="fr-FR" dirty="0">
                <a:latin typeface="+mj-lt"/>
              </a:rPr>
              <a:t>-&gt; in all </a:t>
            </a:r>
            <a:r>
              <a:rPr lang="fr-FR" dirty="0" err="1">
                <a:latin typeface="+mj-lt"/>
              </a:rPr>
              <a:t>samples</a:t>
            </a:r>
            <a:r>
              <a:rPr lang="fr-FR" dirty="0">
                <a:latin typeface="+mj-lt"/>
              </a:rPr>
              <a:t>, the control </a:t>
            </a:r>
            <a:r>
              <a:rPr lang="fr-FR" dirty="0" err="1">
                <a:latin typeface="+mj-lt"/>
              </a:rPr>
              <a:t>region</a:t>
            </a:r>
            <a:r>
              <a:rPr lang="fr-FR" dirty="0">
                <a:latin typeface="+mj-lt"/>
              </a:rPr>
              <a:t> X1 </a:t>
            </a:r>
            <a:r>
              <a:rPr lang="fr-FR" dirty="0" err="1">
                <a:latin typeface="+mj-lt"/>
              </a:rPr>
              <a:t>is</a:t>
            </a:r>
            <a:r>
              <a:rPr lang="fr-FR" dirty="0">
                <a:latin typeface="+mj-lt"/>
              </a:rPr>
              <a:t> </a:t>
            </a:r>
            <a:r>
              <a:rPr lang="fr-FR" dirty="0" err="1">
                <a:latin typeface="+mj-lt"/>
              </a:rPr>
              <a:t>retained</a:t>
            </a:r>
            <a:r>
              <a:rPr lang="fr-FR" dirty="0">
                <a:latin typeface="+mj-lt"/>
              </a:rPr>
              <a:t> , </a:t>
            </a:r>
          </a:p>
          <a:p>
            <a:r>
              <a:rPr lang="fr-FR" dirty="0">
                <a:latin typeface="+mj-lt"/>
              </a:rPr>
              <a:t>-&gt; GRS4 </a:t>
            </a:r>
            <a:r>
              <a:rPr lang="fr-FR" dirty="0" err="1">
                <a:latin typeface="+mj-lt"/>
              </a:rPr>
              <a:t>does</a:t>
            </a:r>
            <a:r>
              <a:rPr lang="fr-FR" dirty="0">
                <a:latin typeface="+mj-lt"/>
              </a:rPr>
              <a:t> not </a:t>
            </a:r>
            <a:r>
              <a:rPr lang="fr-FR" dirty="0" err="1">
                <a:latin typeface="+mj-lt"/>
              </a:rPr>
              <a:t>really</a:t>
            </a:r>
            <a:r>
              <a:rPr lang="fr-FR" dirty="0">
                <a:latin typeface="+mj-lt"/>
              </a:rPr>
              <a:t> </a:t>
            </a:r>
            <a:r>
              <a:rPr lang="fr-FR" dirty="0" err="1">
                <a:latin typeface="+mj-lt"/>
              </a:rPr>
              <a:t>work</a:t>
            </a:r>
            <a:r>
              <a:rPr lang="fr-FR" dirty="0">
                <a:latin typeface="+mj-lt"/>
              </a:rPr>
              <a:t> </a:t>
            </a:r>
            <a:r>
              <a:rPr lang="fr-FR" dirty="0" err="1">
                <a:latin typeface="+mj-lt"/>
              </a:rPr>
              <a:t>anymore</a:t>
            </a:r>
            <a:r>
              <a:rPr lang="fr-FR" dirty="0">
                <a:latin typeface="+mj-lt"/>
              </a:rPr>
              <a:t>, </a:t>
            </a:r>
            <a:r>
              <a:rPr lang="fr-FR" dirty="0" err="1">
                <a:latin typeface="+mj-lt"/>
              </a:rPr>
              <a:t>since</a:t>
            </a:r>
            <a:r>
              <a:rPr lang="fr-FR" dirty="0">
                <a:latin typeface="+mj-lt"/>
              </a:rPr>
              <a:t> </a:t>
            </a:r>
            <a:r>
              <a:rPr lang="fr-FR" dirty="0" err="1">
                <a:latin typeface="+mj-lt"/>
              </a:rPr>
              <a:t>tiny</a:t>
            </a:r>
            <a:r>
              <a:rPr lang="fr-FR" dirty="0">
                <a:latin typeface="+mj-lt"/>
              </a:rPr>
              <a:t> bands are </a:t>
            </a:r>
            <a:r>
              <a:rPr lang="fr-FR" dirty="0" err="1">
                <a:latin typeface="+mj-lt"/>
              </a:rPr>
              <a:t>now</a:t>
            </a:r>
            <a:r>
              <a:rPr lang="fr-FR" dirty="0">
                <a:latin typeface="+mj-lt"/>
              </a:rPr>
              <a:t> </a:t>
            </a:r>
            <a:r>
              <a:rPr lang="fr-FR" dirty="0" err="1">
                <a:latin typeface="+mj-lt"/>
              </a:rPr>
              <a:t>detected</a:t>
            </a:r>
            <a:r>
              <a:rPr lang="fr-FR" dirty="0">
                <a:latin typeface="+mj-lt"/>
              </a:rPr>
              <a:t> in the </a:t>
            </a:r>
            <a:r>
              <a:rPr lang="fr-FR" dirty="0" err="1">
                <a:latin typeface="+mj-lt"/>
              </a:rPr>
              <a:t>head</a:t>
            </a:r>
            <a:r>
              <a:rPr lang="fr-FR" dirty="0">
                <a:latin typeface="+mj-lt"/>
              </a:rPr>
              <a:t> ! But </a:t>
            </a:r>
            <a:r>
              <a:rPr lang="fr-FR" dirty="0" err="1">
                <a:latin typeface="+mj-lt"/>
              </a:rPr>
              <a:t>again</a:t>
            </a:r>
            <a:r>
              <a:rPr lang="fr-FR" dirty="0">
                <a:latin typeface="+mj-lt"/>
              </a:rPr>
              <a:t> not in all </a:t>
            </a:r>
            <a:r>
              <a:rPr lang="fr-FR" dirty="0" err="1">
                <a:latin typeface="+mj-lt"/>
              </a:rPr>
              <a:t>individuals</a:t>
            </a:r>
            <a:endParaRPr lang="fr-FR" dirty="0">
              <a:latin typeface="+mj-lt"/>
            </a:endParaRPr>
          </a:p>
          <a:p>
            <a:r>
              <a:rPr lang="fr-FR" dirty="0">
                <a:latin typeface="+mj-lt"/>
              </a:rPr>
              <a:t>-&gt; GRS2 </a:t>
            </a:r>
            <a:r>
              <a:rPr lang="fr-FR" dirty="0" err="1">
                <a:latin typeface="+mj-lt"/>
              </a:rPr>
              <a:t>seems</a:t>
            </a:r>
            <a:r>
              <a:rPr lang="fr-FR" dirty="0">
                <a:latin typeface="+mj-lt"/>
              </a:rPr>
              <a:t> </a:t>
            </a:r>
            <a:r>
              <a:rPr lang="fr-FR" dirty="0" err="1">
                <a:latin typeface="+mj-lt"/>
              </a:rPr>
              <a:t>better</a:t>
            </a:r>
            <a:r>
              <a:rPr lang="fr-FR" dirty="0">
                <a:latin typeface="+mj-lt"/>
              </a:rPr>
              <a:t> as a control for the </a:t>
            </a:r>
            <a:r>
              <a:rPr lang="fr-FR" dirty="0" err="1">
                <a:latin typeface="+mj-lt"/>
              </a:rPr>
              <a:t>eliminated</a:t>
            </a:r>
            <a:r>
              <a:rPr lang="fr-FR" dirty="0">
                <a:latin typeface="+mj-lt"/>
              </a:rPr>
              <a:t> </a:t>
            </a:r>
            <a:r>
              <a:rPr lang="fr-FR" dirty="0" err="1">
                <a:latin typeface="+mj-lt"/>
              </a:rPr>
              <a:t>region</a:t>
            </a:r>
            <a:r>
              <a:rPr lang="fr-FR" dirty="0">
                <a:latin typeface="+mj-lt"/>
              </a:rPr>
              <a:t> </a:t>
            </a:r>
          </a:p>
          <a:p>
            <a:r>
              <a:rPr lang="fr-FR" dirty="0">
                <a:latin typeface="+mj-lt"/>
              </a:rPr>
              <a:t>-&gt; the </a:t>
            </a:r>
            <a:r>
              <a:rPr lang="fr-FR" dirty="0" err="1">
                <a:latin typeface="+mj-lt"/>
              </a:rPr>
              <a:t>intermediate</a:t>
            </a:r>
            <a:r>
              <a:rPr lang="fr-FR" dirty="0">
                <a:latin typeface="+mj-lt"/>
              </a:rPr>
              <a:t> </a:t>
            </a:r>
            <a:r>
              <a:rPr lang="fr-FR" dirty="0" err="1">
                <a:latin typeface="+mj-lt"/>
              </a:rPr>
              <a:t>region</a:t>
            </a:r>
            <a:r>
              <a:rPr lang="fr-FR" dirty="0">
                <a:latin typeface="+mj-lt"/>
              </a:rPr>
              <a:t> shows </a:t>
            </a:r>
            <a:r>
              <a:rPr lang="fr-FR" dirty="0" err="1">
                <a:latin typeface="+mj-lt"/>
              </a:rPr>
              <a:t>inconsistent</a:t>
            </a:r>
            <a:r>
              <a:rPr lang="fr-FR" dirty="0">
                <a:latin typeface="+mj-lt"/>
              </a:rPr>
              <a:t> </a:t>
            </a:r>
            <a:r>
              <a:rPr lang="fr-FR" dirty="0" err="1">
                <a:latin typeface="+mj-lt"/>
              </a:rPr>
              <a:t>results</a:t>
            </a:r>
            <a:r>
              <a:rPr lang="fr-FR" dirty="0">
                <a:latin typeface="+mj-lt"/>
              </a:rPr>
              <a:t>: </a:t>
            </a:r>
            <a:r>
              <a:rPr lang="fr-FR" dirty="0" err="1">
                <a:latin typeface="+mj-lt"/>
              </a:rPr>
              <a:t>found</a:t>
            </a:r>
            <a:r>
              <a:rPr lang="fr-FR" dirty="0">
                <a:latin typeface="+mj-lt"/>
              </a:rPr>
              <a:t> in 1 </a:t>
            </a:r>
            <a:r>
              <a:rPr lang="fr-FR" dirty="0" err="1">
                <a:latin typeface="+mj-lt"/>
              </a:rPr>
              <a:t>female</a:t>
            </a:r>
            <a:r>
              <a:rPr lang="fr-FR" dirty="0">
                <a:latin typeface="+mj-lt"/>
              </a:rPr>
              <a:t> out of 4</a:t>
            </a:r>
          </a:p>
        </p:txBody>
      </p:sp>
      <p:grpSp>
        <p:nvGrpSpPr>
          <p:cNvPr id="69" name="Groupe 68">
            <a:extLst>
              <a:ext uri="{FF2B5EF4-FFF2-40B4-BE49-F238E27FC236}">
                <a16:creationId xmlns:a16="http://schemas.microsoft.com/office/drawing/2014/main" id="{F19C88F8-A7D1-684A-AD57-4D88C123E087}"/>
              </a:ext>
            </a:extLst>
          </p:cNvPr>
          <p:cNvGrpSpPr/>
          <p:nvPr/>
        </p:nvGrpSpPr>
        <p:grpSpPr>
          <a:xfrm>
            <a:off x="1055993" y="2279343"/>
            <a:ext cx="4236798" cy="1495658"/>
            <a:chOff x="1075073" y="678637"/>
            <a:chExt cx="4236798" cy="1495658"/>
          </a:xfrm>
        </p:grpSpPr>
        <p:grpSp>
          <p:nvGrpSpPr>
            <p:cNvPr id="65" name="Groupe 64">
              <a:extLst>
                <a:ext uri="{FF2B5EF4-FFF2-40B4-BE49-F238E27FC236}">
                  <a16:creationId xmlns:a16="http://schemas.microsoft.com/office/drawing/2014/main" id="{ED75AD50-5520-1442-8B89-E4B5FD24252C}"/>
                </a:ext>
              </a:extLst>
            </p:cNvPr>
            <p:cNvGrpSpPr/>
            <p:nvPr/>
          </p:nvGrpSpPr>
          <p:grpSpPr>
            <a:xfrm>
              <a:off x="1673596" y="678637"/>
              <a:ext cx="3638275" cy="763562"/>
              <a:chOff x="1673596" y="678637"/>
              <a:chExt cx="3638275" cy="763562"/>
            </a:xfrm>
          </p:grpSpPr>
          <p:sp>
            <p:nvSpPr>
              <p:cNvPr id="12" name="ZoneTexte 11">
                <a:extLst>
                  <a:ext uri="{FF2B5EF4-FFF2-40B4-BE49-F238E27FC236}">
                    <a16:creationId xmlns:a16="http://schemas.microsoft.com/office/drawing/2014/main" id="{A8AEA5AC-F50F-E242-BB93-9E05F5BE76BC}"/>
                  </a:ext>
                </a:extLst>
              </p:cNvPr>
              <p:cNvSpPr txBox="1"/>
              <p:nvPr/>
            </p:nvSpPr>
            <p:spPr>
              <a:xfrm rot="16200000">
                <a:off x="1603381" y="1018766"/>
                <a:ext cx="388628" cy="2481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200" dirty="0">
                    <a:latin typeface="+mj-lt"/>
                  </a:rPr>
                  <a:t>Head</a:t>
                </a:r>
              </a:p>
            </p:txBody>
          </p:sp>
          <p:sp>
            <p:nvSpPr>
              <p:cNvPr id="13" name="ZoneTexte 12">
                <a:extLst>
                  <a:ext uri="{FF2B5EF4-FFF2-40B4-BE49-F238E27FC236}">
                    <a16:creationId xmlns:a16="http://schemas.microsoft.com/office/drawing/2014/main" id="{88B22362-2A97-CD41-9D08-A62071FD74A2}"/>
                  </a:ext>
                </a:extLst>
              </p:cNvPr>
              <p:cNvSpPr txBox="1"/>
              <p:nvPr/>
            </p:nvSpPr>
            <p:spPr>
              <a:xfrm rot="16200000">
                <a:off x="1822883" y="1027113"/>
                <a:ext cx="378796" cy="2481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200" dirty="0">
                    <a:latin typeface="+mj-lt"/>
                  </a:rPr>
                  <a:t>Body</a:t>
                </a:r>
              </a:p>
            </p:txBody>
          </p:sp>
          <p:sp>
            <p:nvSpPr>
              <p:cNvPr id="14" name="ZoneTexte 13">
                <a:extLst>
                  <a:ext uri="{FF2B5EF4-FFF2-40B4-BE49-F238E27FC236}">
                    <a16:creationId xmlns:a16="http://schemas.microsoft.com/office/drawing/2014/main" id="{B5D8C978-8FE2-AA48-BA31-0319D2C30785}"/>
                  </a:ext>
                </a:extLst>
              </p:cNvPr>
              <p:cNvSpPr txBox="1"/>
              <p:nvPr/>
            </p:nvSpPr>
            <p:spPr>
              <a:xfrm rot="16200000">
                <a:off x="2010170" y="1018765"/>
                <a:ext cx="388628" cy="2481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200" dirty="0">
                    <a:latin typeface="+mj-lt"/>
                  </a:rPr>
                  <a:t>Head</a:t>
                </a:r>
              </a:p>
            </p:txBody>
          </p:sp>
          <p:sp>
            <p:nvSpPr>
              <p:cNvPr id="15" name="ZoneTexte 14">
                <a:extLst>
                  <a:ext uri="{FF2B5EF4-FFF2-40B4-BE49-F238E27FC236}">
                    <a16:creationId xmlns:a16="http://schemas.microsoft.com/office/drawing/2014/main" id="{1F151E99-CA43-5649-ACDF-527A7EEF6455}"/>
                  </a:ext>
                </a:extLst>
              </p:cNvPr>
              <p:cNvSpPr txBox="1"/>
              <p:nvPr/>
            </p:nvSpPr>
            <p:spPr>
              <a:xfrm rot="16200000">
                <a:off x="2229672" y="1027112"/>
                <a:ext cx="378796" cy="2481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200" dirty="0">
                    <a:latin typeface="+mj-lt"/>
                  </a:rPr>
                  <a:t>Body</a:t>
                </a:r>
              </a:p>
            </p:txBody>
          </p:sp>
          <p:sp>
            <p:nvSpPr>
              <p:cNvPr id="16" name="ZoneTexte 15">
                <a:extLst>
                  <a:ext uri="{FF2B5EF4-FFF2-40B4-BE49-F238E27FC236}">
                    <a16:creationId xmlns:a16="http://schemas.microsoft.com/office/drawing/2014/main" id="{F68BACEF-8E1D-9045-8B90-486E4A98AE07}"/>
                  </a:ext>
                </a:extLst>
              </p:cNvPr>
              <p:cNvSpPr txBox="1"/>
              <p:nvPr/>
            </p:nvSpPr>
            <p:spPr>
              <a:xfrm rot="16200000">
                <a:off x="2427383" y="1026526"/>
                <a:ext cx="388628" cy="2481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200" dirty="0">
                    <a:latin typeface="+mj-lt"/>
                  </a:rPr>
                  <a:t>Head</a:t>
                </a:r>
              </a:p>
            </p:txBody>
          </p:sp>
          <p:sp>
            <p:nvSpPr>
              <p:cNvPr id="17" name="ZoneTexte 16">
                <a:extLst>
                  <a:ext uri="{FF2B5EF4-FFF2-40B4-BE49-F238E27FC236}">
                    <a16:creationId xmlns:a16="http://schemas.microsoft.com/office/drawing/2014/main" id="{64A9CB38-B85A-B848-8DED-56DE7FDAAC89}"/>
                  </a:ext>
                </a:extLst>
              </p:cNvPr>
              <p:cNvSpPr txBox="1"/>
              <p:nvPr/>
            </p:nvSpPr>
            <p:spPr>
              <a:xfrm rot="16200000">
                <a:off x="2646884" y="1034873"/>
                <a:ext cx="378796" cy="2481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200" dirty="0">
                    <a:latin typeface="+mj-lt"/>
                  </a:rPr>
                  <a:t>Body</a:t>
                </a:r>
              </a:p>
            </p:txBody>
          </p:sp>
          <p:sp>
            <p:nvSpPr>
              <p:cNvPr id="18" name="ZoneTexte 17">
                <a:extLst>
                  <a:ext uri="{FF2B5EF4-FFF2-40B4-BE49-F238E27FC236}">
                    <a16:creationId xmlns:a16="http://schemas.microsoft.com/office/drawing/2014/main" id="{4DF9AB5B-B94B-BA48-BF85-94F558A9C15F}"/>
                  </a:ext>
                </a:extLst>
              </p:cNvPr>
              <p:cNvSpPr txBox="1"/>
              <p:nvPr/>
            </p:nvSpPr>
            <p:spPr>
              <a:xfrm rot="16200000">
                <a:off x="2855019" y="1026526"/>
                <a:ext cx="388628" cy="2481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200" dirty="0">
                    <a:latin typeface="+mj-lt"/>
                  </a:rPr>
                  <a:t>Head</a:t>
                </a:r>
              </a:p>
            </p:txBody>
          </p:sp>
          <p:sp>
            <p:nvSpPr>
              <p:cNvPr id="19" name="ZoneTexte 18">
                <a:extLst>
                  <a:ext uri="{FF2B5EF4-FFF2-40B4-BE49-F238E27FC236}">
                    <a16:creationId xmlns:a16="http://schemas.microsoft.com/office/drawing/2014/main" id="{151B22AC-471A-3E47-871F-BF0657C3C4EB}"/>
                  </a:ext>
                </a:extLst>
              </p:cNvPr>
              <p:cNvSpPr txBox="1"/>
              <p:nvPr/>
            </p:nvSpPr>
            <p:spPr>
              <a:xfrm rot="16200000">
                <a:off x="3074520" y="1034873"/>
                <a:ext cx="378796" cy="2481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200" dirty="0">
                    <a:latin typeface="+mj-lt"/>
                  </a:rPr>
                  <a:t>Body</a:t>
                </a:r>
              </a:p>
            </p:txBody>
          </p:sp>
          <p:sp>
            <p:nvSpPr>
              <p:cNvPr id="20" name="ZoneTexte 19">
                <a:extLst>
                  <a:ext uri="{FF2B5EF4-FFF2-40B4-BE49-F238E27FC236}">
                    <a16:creationId xmlns:a16="http://schemas.microsoft.com/office/drawing/2014/main" id="{A8B76642-A71E-C147-A4D7-9EE20381F448}"/>
                  </a:ext>
                </a:extLst>
              </p:cNvPr>
              <p:cNvSpPr txBox="1"/>
              <p:nvPr/>
            </p:nvSpPr>
            <p:spPr>
              <a:xfrm rot="16200000">
                <a:off x="3527236" y="1024560"/>
                <a:ext cx="388628" cy="2481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200" dirty="0">
                    <a:latin typeface="+mj-lt"/>
                  </a:rPr>
                  <a:t>Head</a:t>
                </a:r>
              </a:p>
            </p:txBody>
          </p:sp>
          <p:sp>
            <p:nvSpPr>
              <p:cNvPr id="21" name="ZoneTexte 20">
                <a:extLst>
                  <a:ext uri="{FF2B5EF4-FFF2-40B4-BE49-F238E27FC236}">
                    <a16:creationId xmlns:a16="http://schemas.microsoft.com/office/drawing/2014/main" id="{D76997FB-81BB-CD43-A9FE-304486861B45}"/>
                  </a:ext>
                </a:extLst>
              </p:cNvPr>
              <p:cNvSpPr txBox="1"/>
              <p:nvPr/>
            </p:nvSpPr>
            <p:spPr>
              <a:xfrm rot="16200000">
                <a:off x="3746737" y="1032907"/>
                <a:ext cx="378796" cy="2481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200" dirty="0">
                    <a:latin typeface="+mj-lt"/>
                  </a:rPr>
                  <a:t>Body</a:t>
                </a:r>
              </a:p>
            </p:txBody>
          </p:sp>
          <p:sp>
            <p:nvSpPr>
              <p:cNvPr id="22" name="ZoneTexte 21">
                <a:extLst>
                  <a:ext uri="{FF2B5EF4-FFF2-40B4-BE49-F238E27FC236}">
                    <a16:creationId xmlns:a16="http://schemas.microsoft.com/office/drawing/2014/main" id="{CFD2A359-8D5C-0F44-8074-7641E1046A3F}"/>
                  </a:ext>
                </a:extLst>
              </p:cNvPr>
              <p:cNvSpPr txBox="1"/>
              <p:nvPr/>
            </p:nvSpPr>
            <p:spPr>
              <a:xfrm rot="16200000">
                <a:off x="3934025" y="1024559"/>
                <a:ext cx="388628" cy="2481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200" dirty="0">
                    <a:latin typeface="+mj-lt"/>
                  </a:rPr>
                  <a:t>Head</a:t>
                </a:r>
              </a:p>
            </p:txBody>
          </p:sp>
          <p:sp>
            <p:nvSpPr>
              <p:cNvPr id="23" name="ZoneTexte 22">
                <a:extLst>
                  <a:ext uri="{FF2B5EF4-FFF2-40B4-BE49-F238E27FC236}">
                    <a16:creationId xmlns:a16="http://schemas.microsoft.com/office/drawing/2014/main" id="{B8F1AD11-45BC-FB4E-A47E-F2B9C1D1603C}"/>
                  </a:ext>
                </a:extLst>
              </p:cNvPr>
              <p:cNvSpPr txBox="1"/>
              <p:nvPr/>
            </p:nvSpPr>
            <p:spPr>
              <a:xfrm rot="16200000">
                <a:off x="4153526" y="1032906"/>
                <a:ext cx="378796" cy="2481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200" dirty="0">
                    <a:latin typeface="+mj-lt"/>
                  </a:rPr>
                  <a:t>Body</a:t>
                </a:r>
              </a:p>
            </p:txBody>
          </p:sp>
          <p:sp>
            <p:nvSpPr>
              <p:cNvPr id="24" name="ZoneTexte 23">
                <a:extLst>
                  <a:ext uri="{FF2B5EF4-FFF2-40B4-BE49-F238E27FC236}">
                    <a16:creationId xmlns:a16="http://schemas.microsoft.com/office/drawing/2014/main" id="{D23A176D-679C-E24D-BB66-EC700728FE22}"/>
                  </a:ext>
                </a:extLst>
              </p:cNvPr>
              <p:cNvSpPr txBox="1"/>
              <p:nvPr/>
            </p:nvSpPr>
            <p:spPr>
              <a:xfrm rot="16200000">
                <a:off x="4351237" y="1032320"/>
                <a:ext cx="388628" cy="2481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200" dirty="0">
                    <a:latin typeface="+mj-lt"/>
                  </a:rPr>
                  <a:t>Head</a:t>
                </a:r>
              </a:p>
            </p:txBody>
          </p:sp>
          <p:sp>
            <p:nvSpPr>
              <p:cNvPr id="25" name="ZoneTexte 24">
                <a:extLst>
                  <a:ext uri="{FF2B5EF4-FFF2-40B4-BE49-F238E27FC236}">
                    <a16:creationId xmlns:a16="http://schemas.microsoft.com/office/drawing/2014/main" id="{E5ABBDDA-86E9-DA4B-B540-3A22DB42ADBB}"/>
                  </a:ext>
                </a:extLst>
              </p:cNvPr>
              <p:cNvSpPr txBox="1"/>
              <p:nvPr/>
            </p:nvSpPr>
            <p:spPr>
              <a:xfrm rot="16200000">
                <a:off x="4570739" y="1040667"/>
                <a:ext cx="378796" cy="2481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200" dirty="0">
                    <a:latin typeface="+mj-lt"/>
                  </a:rPr>
                  <a:t>Body</a:t>
                </a:r>
              </a:p>
            </p:txBody>
          </p:sp>
          <p:sp>
            <p:nvSpPr>
              <p:cNvPr id="26" name="ZoneTexte 25">
                <a:extLst>
                  <a:ext uri="{FF2B5EF4-FFF2-40B4-BE49-F238E27FC236}">
                    <a16:creationId xmlns:a16="http://schemas.microsoft.com/office/drawing/2014/main" id="{D6498238-DD58-8049-9767-5E4A99643D5C}"/>
                  </a:ext>
                </a:extLst>
              </p:cNvPr>
              <p:cNvSpPr txBox="1"/>
              <p:nvPr/>
            </p:nvSpPr>
            <p:spPr>
              <a:xfrm rot="16200000">
                <a:off x="4778873" y="1032320"/>
                <a:ext cx="388628" cy="2481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200" dirty="0">
                    <a:latin typeface="+mj-lt"/>
                  </a:rPr>
                  <a:t>Head</a:t>
                </a:r>
              </a:p>
            </p:txBody>
          </p:sp>
          <p:sp>
            <p:nvSpPr>
              <p:cNvPr id="27" name="ZoneTexte 26">
                <a:extLst>
                  <a:ext uri="{FF2B5EF4-FFF2-40B4-BE49-F238E27FC236}">
                    <a16:creationId xmlns:a16="http://schemas.microsoft.com/office/drawing/2014/main" id="{BB2D54CE-2179-A44D-B95F-1E91F57B42C3}"/>
                  </a:ext>
                </a:extLst>
              </p:cNvPr>
              <p:cNvSpPr txBox="1"/>
              <p:nvPr/>
            </p:nvSpPr>
            <p:spPr>
              <a:xfrm rot="16200000">
                <a:off x="4998375" y="1040667"/>
                <a:ext cx="378796" cy="2481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200" dirty="0">
                    <a:latin typeface="+mj-lt"/>
                  </a:rPr>
                  <a:t>Body</a:t>
                </a:r>
              </a:p>
            </p:txBody>
          </p:sp>
          <p:sp>
            <p:nvSpPr>
              <p:cNvPr id="28" name="Ellipse 27">
                <a:extLst>
                  <a:ext uri="{FF2B5EF4-FFF2-40B4-BE49-F238E27FC236}">
                    <a16:creationId xmlns:a16="http://schemas.microsoft.com/office/drawing/2014/main" id="{606CE71E-A947-884F-9A79-6A4279DEE594}"/>
                  </a:ext>
                </a:extLst>
              </p:cNvPr>
              <p:cNvSpPr/>
              <p:nvPr/>
            </p:nvSpPr>
            <p:spPr>
              <a:xfrm>
                <a:off x="2675711" y="1318175"/>
                <a:ext cx="136554" cy="1240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1400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29" name="Ellipse 28">
                <a:extLst>
                  <a:ext uri="{FF2B5EF4-FFF2-40B4-BE49-F238E27FC236}">
                    <a16:creationId xmlns:a16="http://schemas.microsoft.com/office/drawing/2014/main" id="{D982C912-291B-8043-9E07-9DCC0C81C8D3}"/>
                  </a:ext>
                </a:extLst>
              </p:cNvPr>
              <p:cNvSpPr/>
              <p:nvPr/>
            </p:nvSpPr>
            <p:spPr>
              <a:xfrm>
                <a:off x="1846151" y="1318175"/>
                <a:ext cx="136554" cy="1240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1400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30" name="Ellipse 29">
                <a:extLst>
                  <a:ext uri="{FF2B5EF4-FFF2-40B4-BE49-F238E27FC236}">
                    <a16:creationId xmlns:a16="http://schemas.microsoft.com/office/drawing/2014/main" id="{FC36E1B9-7224-8649-952C-44082255D23F}"/>
                  </a:ext>
                </a:extLst>
              </p:cNvPr>
              <p:cNvSpPr/>
              <p:nvPr/>
            </p:nvSpPr>
            <p:spPr>
              <a:xfrm>
                <a:off x="2247541" y="1318175"/>
                <a:ext cx="136554" cy="1240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1400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31" name="Ellipse 30">
                <a:extLst>
                  <a:ext uri="{FF2B5EF4-FFF2-40B4-BE49-F238E27FC236}">
                    <a16:creationId xmlns:a16="http://schemas.microsoft.com/office/drawing/2014/main" id="{835D05E0-6CD0-9D48-8423-ECE8E2C57660}"/>
                  </a:ext>
                </a:extLst>
              </p:cNvPr>
              <p:cNvSpPr/>
              <p:nvPr/>
            </p:nvSpPr>
            <p:spPr>
              <a:xfrm>
                <a:off x="3065703" y="1318175"/>
                <a:ext cx="136554" cy="1240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1400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32" name="Ellipse 31">
                <a:extLst>
                  <a:ext uri="{FF2B5EF4-FFF2-40B4-BE49-F238E27FC236}">
                    <a16:creationId xmlns:a16="http://schemas.microsoft.com/office/drawing/2014/main" id="{A258BD8C-0211-6E40-9111-75DC22552CC4}"/>
                  </a:ext>
                </a:extLst>
              </p:cNvPr>
              <p:cNvSpPr/>
              <p:nvPr/>
            </p:nvSpPr>
            <p:spPr>
              <a:xfrm>
                <a:off x="4632902" y="1318175"/>
                <a:ext cx="136554" cy="1240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1400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33" name="Ellipse 32">
                <a:extLst>
                  <a:ext uri="{FF2B5EF4-FFF2-40B4-BE49-F238E27FC236}">
                    <a16:creationId xmlns:a16="http://schemas.microsoft.com/office/drawing/2014/main" id="{73E7BB12-BE70-2D40-AE18-E249DF3A695F}"/>
                  </a:ext>
                </a:extLst>
              </p:cNvPr>
              <p:cNvSpPr/>
              <p:nvPr/>
            </p:nvSpPr>
            <p:spPr>
              <a:xfrm>
                <a:off x="3803342" y="1318175"/>
                <a:ext cx="136554" cy="1240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1400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34" name="Ellipse 33">
                <a:extLst>
                  <a:ext uri="{FF2B5EF4-FFF2-40B4-BE49-F238E27FC236}">
                    <a16:creationId xmlns:a16="http://schemas.microsoft.com/office/drawing/2014/main" id="{DA26C4DC-6C7B-CA43-B418-D808FBACFD1F}"/>
                  </a:ext>
                </a:extLst>
              </p:cNvPr>
              <p:cNvSpPr/>
              <p:nvPr/>
            </p:nvSpPr>
            <p:spPr>
              <a:xfrm>
                <a:off x="4204732" y="1318175"/>
                <a:ext cx="136554" cy="1240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1400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35" name="Ellipse 34">
                <a:extLst>
                  <a:ext uri="{FF2B5EF4-FFF2-40B4-BE49-F238E27FC236}">
                    <a16:creationId xmlns:a16="http://schemas.microsoft.com/office/drawing/2014/main" id="{876614AF-C6B3-1043-8184-DEA6137BC2F4}"/>
                  </a:ext>
                </a:extLst>
              </p:cNvPr>
              <p:cNvSpPr/>
              <p:nvPr/>
            </p:nvSpPr>
            <p:spPr>
              <a:xfrm>
                <a:off x="5022894" y="1318175"/>
                <a:ext cx="136554" cy="1240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1400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61" name="ZoneTexte 60">
                <a:extLst>
                  <a:ext uri="{FF2B5EF4-FFF2-40B4-BE49-F238E27FC236}">
                    <a16:creationId xmlns:a16="http://schemas.microsoft.com/office/drawing/2014/main" id="{FBDC9163-4FE9-C744-B71F-A1A358BA4F18}"/>
                  </a:ext>
                </a:extLst>
              </p:cNvPr>
              <p:cNvSpPr txBox="1"/>
              <p:nvPr/>
            </p:nvSpPr>
            <p:spPr>
              <a:xfrm>
                <a:off x="4316782" y="678637"/>
                <a:ext cx="372295" cy="2831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dirty="0"/>
                  <a:t>♂♀︎︎</a:t>
                </a:r>
              </a:p>
            </p:txBody>
          </p:sp>
          <p:pic>
            <p:nvPicPr>
              <p:cNvPr id="67" name="Image 66">
                <a:extLst>
                  <a:ext uri="{FF2B5EF4-FFF2-40B4-BE49-F238E27FC236}">
                    <a16:creationId xmlns:a16="http://schemas.microsoft.com/office/drawing/2014/main" id="{93548C29-4A62-A44D-A8DA-7B77F2E2B9C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 flipH="1">
                <a:off x="2396897" y="714682"/>
                <a:ext cx="276497" cy="236597"/>
              </a:xfrm>
              <a:prstGeom prst="rect">
                <a:avLst/>
              </a:prstGeom>
            </p:spPr>
          </p:pic>
        </p:grpSp>
        <p:grpSp>
          <p:nvGrpSpPr>
            <p:cNvPr id="102" name="Groupe 101">
              <a:extLst>
                <a:ext uri="{FF2B5EF4-FFF2-40B4-BE49-F238E27FC236}">
                  <a16:creationId xmlns:a16="http://schemas.microsoft.com/office/drawing/2014/main" id="{92C6BC70-1ACA-9843-AF75-9A58A77A122E}"/>
                </a:ext>
              </a:extLst>
            </p:cNvPr>
            <p:cNvGrpSpPr/>
            <p:nvPr/>
          </p:nvGrpSpPr>
          <p:grpSpPr>
            <a:xfrm>
              <a:off x="1075073" y="1164765"/>
              <a:ext cx="330930" cy="1009530"/>
              <a:chOff x="1078849" y="1312671"/>
              <a:chExt cx="369333" cy="1316683"/>
            </a:xfrm>
          </p:grpSpPr>
          <p:sp>
            <p:nvSpPr>
              <p:cNvPr id="106" name="Rectangle 105">
                <a:extLst>
                  <a:ext uri="{FF2B5EF4-FFF2-40B4-BE49-F238E27FC236}">
                    <a16:creationId xmlns:a16="http://schemas.microsoft.com/office/drawing/2014/main" id="{C6D53863-49DC-734B-88D0-995B078647FD}"/>
                  </a:ext>
                </a:extLst>
              </p:cNvPr>
              <p:cNvSpPr/>
              <p:nvPr/>
            </p:nvSpPr>
            <p:spPr>
              <a:xfrm>
                <a:off x="1078849" y="1312671"/>
                <a:ext cx="359228" cy="1316683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07" name="ZoneTexte 106">
                <a:extLst>
                  <a:ext uri="{FF2B5EF4-FFF2-40B4-BE49-F238E27FC236}">
                    <a16:creationId xmlns:a16="http://schemas.microsoft.com/office/drawing/2014/main" id="{606969AE-944D-924D-A5D0-7182050D6563}"/>
                  </a:ext>
                </a:extLst>
              </p:cNvPr>
              <p:cNvSpPr txBox="1"/>
              <p:nvPr/>
            </p:nvSpPr>
            <p:spPr>
              <a:xfrm rot="16200000">
                <a:off x="928328" y="1726732"/>
                <a:ext cx="67037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dirty="0">
                    <a:latin typeface="+mj-lt"/>
                  </a:rPr>
                  <a:t>GRS4</a:t>
                </a:r>
              </a:p>
            </p:txBody>
          </p:sp>
        </p:grpSp>
      </p:grpSp>
      <p:grpSp>
        <p:nvGrpSpPr>
          <p:cNvPr id="70" name="Groupe 69">
            <a:extLst>
              <a:ext uri="{FF2B5EF4-FFF2-40B4-BE49-F238E27FC236}">
                <a16:creationId xmlns:a16="http://schemas.microsoft.com/office/drawing/2014/main" id="{3F883AC6-F895-6C48-B3D5-402080F07DD4}"/>
              </a:ext>
            </a:extLst>
          </p:cNvPr>
          <p:cNvGrpSpPr/>
          <p:nvPr/>
        </p:nvGrpSpPr>
        <p:grpSpPr>
          <a:xfrm>
            <a:off x="1040410" y="5189504"/>
            <a:ext cx="4269334" cy="1507666"/>
            <a:chOff x="1042537" y="3445334"/>
            <a:chExt cx="4269334" cy="1507666"/>
          </a:xfrm>
        </p:grpSpPr>
        <p:grpSp>
          <p:nvGrpSpPr>
            <p:cNvPr id="71" name="Groupe 70">
              <a:extLst>
                <a:ext uri="{FF2B5EF4-FFF2-40B4-BE49-F238E27FC236}">
                  <a16:creationId xmlns:a16="http://schemas.microsoft.com/office/drawing/2014/main" id="{0E04A8B5-A79D-0A45-BAE0-342FD0B04DE7}"/>
                </a:ext>
              </a:extLst>
            </p:cNvPr>
            <p:cNvGrpSpPr/>
            <p:nvPr/>
          </p:nvGrpSpPr>
          <p:grpSpPr>
            <a:xfrm>
              <a:off x="1673597" y="3696887"/>
              <a:ext cx="3638274" cy="493649"/>
              <a:chOff x="1865408" y="1955973"/>
              <a:chExt cx="4060479" cy="643844"/>
            </a:xfrm>
          </p:grpSpPr>
          <p:sp>
            <p:nvSpPr>
              <p:cNvPr id="72" name="ZoneTexte 71">
                <a:extLst>
                  <a:ext uri="{FF2B5EF4-FFF2-40B4-BE49-F238E27FC236}">
                    <a16:creationId xmlns:a16="http://schemas.microsoft.com/office/drawing/2014/main" id="{D4E1F90F-A4B2-4E41-A306-F0285971D35B}"/>
                  </a:ext>
                </a:extLst>
              </p:cNvPr>
              <p:cNvSpPr txBox="1"/>
              <p:nvPr/>
            </p:nvSpPr>
            <p:spPr>
              <a:xfrm rot="16200000">
                <a:off x="1750473" y="2070909"/>
                <a:ext cx="50687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200" dirty="0">
                    <a:latin typeface="+mj-lt"/>
                  </a:rPr>
                  <a:t>Head</a:t>
                </a:r>
              </a:p>
            </p:txBody>
          </p:sp>
          <p:sp>
            <p:nvSpPr>
              <p:cNvPr id="73" name="ZoneTexte 72">
                <a:extLst>
                  <a:ext uri="{FF2B5EF4-FFF2-40B4-BE49-F238E27FC236}">
                    <a16:creationId xmlns:a16="http://schemas.microsoft.com/office/drawing/2014/main" id="{10EF93F3-3A30-2A4A-83C7-E4B4863E2260}"/>
                  </a:ext>
                </a:extLst>
              </p:cNvPr>
              <p:cNvSpPr txBox="1"/>
              <p:nvPr/>
            </p:nvSpPr>
            <p:spPr>
              <a:xfrm rot="16200000">
                <a:off x="1996372" y="2081795"/>
                <a:ext cx="49404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200" dirty="0">
                    <a:latin typeface="+mj-lt"/>
                  </a:rPr>
                  <a:t>Body</a:t>
                </a:r>
              </a:p>
            </p:txBody>
          </p:sp>
          <p:sp>
            <p:nvSpPr>
              <p:cNvPr id="74" name="ZoneTexte 73">
                <a:extLst>
                  <a:ext uri="{FF2B5EF4-FFF2-40B4-BE49-F238E27FC236}">
                    <a16:creationId xmlns:a16="http://schemas.microsoft.com/office/drawing/2014/main" id="{329CFEAE-5F8C-9A43-8C32-A2E0F557CE6E}"/>
                  </a:ext>
                </a:extLst>
              </p:cNvPr>
              <p:cNvSpPr txBox="1"/>
              <p:nvPr/>
            </p:nvSpPr>
            <p:spPr>
              <a:xfrm rot="16200000">
                <a:off x="2204468" y="2070908"/>
                <a:ext cx="50687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200" dirty="0">
                    <a:latin typeface="+mj-lt"/>
                  </a:rPr>
                  <a:t>Head</a:t>
                </a:r>
              </a:p>
            </p:txBody>
          </p:sp>
          <p:sp>
            <p:nvSpPr>
              <p:cNvPr id="75" name="ZoneTexte 74">
                <a:extLst>
                  <a:ext uri="{FF2B5EF4-FFF2-40B4-BE49-F238E27FC236}">
                    <a16:creationId xmlns:a16="http://schemas.microsoft.com/office/drawing/2014/main" id="{14539C26-EE8F-2849-862E-C33D87B58892}"/>
                  </a:ext>
                </a:extLst>
              </p:cNvPr>
              <p:cNvSpPr txBox="1"/>
              <p:nvPr/>
            </p:nvSpPr>
            <p:spPr>
              <a:xfrm rot="16200000">
                <a:off x="2450367" y="2081794"/>
                <a:ext cx="49404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200" dirty="0">
                    <a:latin typeface="+mj-lt"/>
                  </a:rPr>
                  <a:t>Body</a:t>
                </a:r>
              </a:p>
            </p:txBody>
          </p:sp>
          <p:sp>
            <p:nvSpPr>
              <p:cNvPr id="76" name="ZoneTexte 75">
                <a:extLst>
                  <a:ext uri="{FF2B5EF4-FFF2-40B4-BE49-F238E27FC236}">
                    <a16:creationId xmlns:a16="http://schemas.microsoft.com/office/drawing/2014/main" id="{C8BC4D00-9A7A-344E-91BC-C2A03277B9E5}"/>
                  </a:ext>
                </a:extLst>
              </p:cNvPr>
              <p:cNvSpPr txBox="1"/>
              <p:nvPr/>
            </p:nvSpPr>
            <p:spPr>
              <a:xfrm rot="16200000">
                <a:off x="2670096" y="2081030"/>
                <a:ext cx="50687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200" dirty="0">
                    <a:latin typeface="+mj-lt"/>
                  </a:rPr>
                  <a:t>Head</a:t>
                </a:r>
              </a:p>
            </p:txBody>
          </p:sp>
          <p:sp>
            <p:nvSpPr>
              <p:cNvPr id="77" name="ZoneTexte 76">
                <a:extLst>
                  <a:ext uri="{FF2B5EF4-FFF2-40B4-BE49-F238E27FC236}">
                    <a16:creationId xmlns:a16="http://schemas.microsoft.com/office/drawing/2014/main" id="{6662E72D-6ED8-FA4A-AF77-D88722FC4424}"/>
                  </a:ext>
                </a:extLst>
              </p:cNvPr>
              <p:cNvSpPr txBox="1"/>
              <p:nvPr/>
            </p:nvSpPr>
            <p:spPr>
              <a:xfrm rot="16200000">
                <a:off x="2915995" y="2091916"/>
                <a:ext cx="49404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200" dirty="0">
                    <a:latin typeface="+mj-lt"/>
                  </a:rPr>
                  <a:t>Body</a:t>
                </a:r>
              </a:p>
            </p:txBody>
          </p:sp>
          <p:sp>
            <p:nvSpPr>
              <p:cNvPr id="78" name="ZoneTexte 77">
                <a:extLst>
                  <a:ext uri="{FF2B5EF4-FFF2-40B4-BE49-F238E27FC236}">
                    <a16:creationId xmlns:a16="http://schemas.microsoft.com/office/drawing/2014/main" id="{A9110C7A-6A5E-6D49-89EE-B64BC443F22C}"/>
                  </a:ext>
                </a:extLst>
              </p:cNvPr>
              <p:cNvSpPr txBox="1"/>
              <p:nvPr/>
            </p:nvSpPr>
            <p:spPr>
              <a:xfrm rot="16200000">
                <a:off x="3147357" y="2081030"/>
                <a:ext cx="50687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200" dirty="0">
                    <a:latin typeface="+mj-lt"/>
                  </a:rPr>
                  <a:t>Head</a:t>
                </a:r>
              </a:p>
            </p:txBody>
          </p:sp>
          <p:sp>
            <p:nvSpPr>
              <p:cNvPr id="79" name="ZoneTexte 78">
                <a:extLst>
                  <a:ext uri="{FF2B5EF4-FFF2-40B4-BE49-F238E27FC236}">
                    <a16:creationId xmlns:a16="http://schemas.microsoft.com/office/drawing/2014/main" id="{E07A0A9F-404C-6841-BB56-626D10AB9821}"/>
                  </a:ext>
                </a:extLst>
              </p:cNvPr>
              <p:cNvSpPr txBox="1"/>
              <p:nvPr/>
            </p:nvSpPr>
            <p:spPr>
              <a:xfrm rot="16200000">
                <a:off x="3393256" y="2091916"/>
                <a:ext cx="49404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200" dirty="0">
                    <a:latin typeface="+mj-lt"/>
                  </a:rPr>
                  <a:t>Body</a:t>
                </a:r>
              </a:p>
            </p:txBody>
          </p:sp>
          <p:sp>
            <p:nvSpPr>
              <p:cNvPr id="80" name="ZoneTexte 79">
                <a:extLst>
                  <a:ext uri="{FF2B5EF4-FFF2-40B4-BE49-F238E27FC236}">
                    <a16:creationId xmlns:a16="http://schemas.microsoft.com/office/drawing/2014/main" id="{CAAA9B97-B216-BD42-9419-BD5E7D550DC1}"/>
                  </a:ext>
                </a:extLst>
              </p:cNvPr>
              <p:cNvSpPr txBox="1"/>
              <p:nvPr/>
            </p:nvSpPr>
            <p:spPr>
              <a:xfrm rot="16200000">
                <a:off x="3897582" y="2078466"/>
                <a:ext cx="50687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200" dirty="0">
                    <a:latin typeface="+mj-lt"/>
                  </a:rPr>
                  <a:t>Head</a:t>
                </a:r>
              </a:p>
            </p:txBody>
          </p:sp>
          <p:sp>
            <p:nvSpPr>
              <p:cNvPr id="81" name="ZoneTexte 80">
                <a:extLst>
                  <a:ext uri="{FF2B5EF4-FFF2-40B4-BE49-F238E27FC236}">
                    <a16:creationId xmlns:a16="http://schemas.microsoft.com/office/drawing/2014/main" id="{0565A656-00F2-7841-A9F7-408732ADDBDF}"/>
                  </a:ext>
                </a:extLst>
              </p:cNvPr>
              <p:cNvSpPr txBox="1"/>
              <p:nvPr/>
            </p:nvSpPr>
            <p:spPr>
              <a:xfrm rot="16200000">
                <a:off x="4143481" y="2089352"/>
                <a:ext cx="49404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200" dirty="0">
                    <a:latin typeface="+mj-lt"/>
                  </a:rPr>
                  <a:t>Body</a:t>
                </a:r>
              </a:p>
            </p:txBody>
          </p:sp>
          <p:sp>
            <p:nvSpPr>
              <p:cNvPr id="82" name="ZoneTexte 81">
                <a:extLst>
                  <a:ext uri="{FF2B5EF4-FFF2-40B4-BE49-F238E27FC236}">
                    <a16:creationId xmlns:a16="http://schemas.microsoft.com/office/drawing/2014/main" id="{FD23B455-140D-974F-B366-8C1E9E3FCB2B}"/>
                  </a:ext>
                </a:extLst>
              </p:cNvPr>
              <p:cNvSpPr txBox="1"/>
              <p:nvPr/>
            </p:nvSpPr>
            <p:spPr>
              <a:xfrm rot="16200000">
                <a:off x="4351577" y="2078465"/>
                <a:ext cx="50687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200" dirty="0">
                    <a:latin typeface="+mj-lt"/>
                  </a:rPr>
                  <a:t>Head</a:t>
                </a:r>
              </a:p>
            </p:txBody>
          </p:sp>
          <p:sp>
            <p:nvSpPr>
              <p:cNvPr id="83" name="ZoneTexte 82">
                <a:extLst>
                  <a:ext uri="{FF2B5EF4-FFF2-40B4-BE49-F238E27FC236}">
                    <a16:creationId xmlns:a16="http://schemas.microsoft.com/office/drawing/2014/main" id="{FA79DB38-C1BD-D043-8090-3EF1FF5342FE}"/>
                  </a:ext>
                </a:extLst>
              </p:cNvPr>
              <p:cNvSpPr txBox="1"/>
              <p:nvPr/>
            </p:nvSpPr>
            <p:spPr>
              <a:xfrm rot="16200000">
                <a:off x="4597476" y="2089351"/>
                <a:ext cx="49404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200" dirty="0">
                    <a:latin typeface="+mj-lt"/>
                  </a:rPr>
                  <a:t>Body</a:t>
                </a:r>
              </a:p>
            </p:txBody>
          </p:sp>
          <p:sp>
            <p:nvSpPr>
              <p:cNvPr id="84" name="ZoneTexte 83">
                <a:extLst>
                  <a:ext uri="{FF2B5EF4-FFF2-40B4-BE49-F238E27FC236}">
                    <a16:creationId xmlns:a16="http://schemas.microsoft.com/office/drawing/2014/main" id="{36E267BE-1AB7-AF43-90DD-2303D0D69666}"/>
                  </a:ext>
                </a:extLst>
              </p:cNvPr>
              <p:cNvSpPr txBox="1"/>
              <p:nvPr/>
            </p:nvSpPr>
            <p:spPr>
              <a:xfrm rot="16200000">
                <a:off x="4817205" y="2088587"/>
                <a:ext cx="50687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200" dirty="0">
                    <a:latin typeface="+mj-lt"/>
                  </a:rPr>
                  <a:t>Head</a:t>
                </a:r>
              </a:p>
            </p:txBody>
          </p:sp>
          <p:sp>
            <p:nvSpPr>
              <p:cNvPr id="85" name="ZoneTexte 84">
                <a:extLst>
                  <a:ext uri="{FF2B5EF4-FFF2-40B4-BE49-F238E27FC236}">
                    <a16:creationId xmlns:a16="http://schemas.microsoft.com/office/drawing/2014/main" id="{C2A00E26-18A4-944B-950B-32B97D378610}"/>
                  </a:ext>
                </a:extLst>
              </p:cNvPr>
              <p:cNvSpPr txBox="1"/>
              <p:nvPr/>
            </p:nvSpPr>
            <p:spPr>
              <a:xfrm rot="16200000">
                <a:off x="5063104" y="2099473"/>
                <a:ext cx="49404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200" dirty="0">
                    <a:latin typeface="+mj-lt"/>
                  </a:rPr>
                  <a:t>Body</a:t>
                </a:r>
              </a:p>
            </p:txBody>
          </p:sp>
          <p:sp>
            <p:nvSpPr>
              <p:cNvPr id="86" name="ZoneTexte 85">
                <a:extLst>
                  <a:ext uri="{FF2B5EF4-FFF2-40B4-BE49-F238E27FC236}">
                    <a16:creationId xmlns:a16="http://schemas.microsoft.com/office/drawing/2014/main" id="{41933D18-320C-8244-A15C-5D540292B6ED}"/>
                  </a:ext>
                </a:extLst>
              </p:cNvPr>
              <p:cNvSpPr txBox="1"/>
              <p:nvPr/>
            </p:nvSpPr>
            <p:spPr>
              <a:xfrm rot="16200000">
                <a:off x="5294466" y="2088587"/>
                <a:ext cx="50687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200" dirty="0">
                    <a:latin typeface="+mj-lt"/>
                  </a:rPr>
                  <a:t>Head</a:t>
                </a:r>
              </a:p>
            </p:txBody>
          </p:sp>
          <p:sp>
            <p:nvSpPr>
              <p:cNvPr id="87" name="ZoneTexte 86">
                <a:extLst>
                  <a:ext uri="{FF2B5EF4-FFF2-40B4-BE49-F238E27FC236}">
                    <a16:creationId xmlns:a16="http://schemas.microsoft.com/office/drawing/2014/main" id="{EE8F66EB-40FF-6B47-96F5-8E126D196212}"/>
                  </a:ext>
                </a:extLst>
              </p:cNvPr>
              <p:cNvSpPr txBox="1"/>
              <p:nvPr/>
            </p:nvSpPr>
            <p:spPr>
              <a:xfrm rot="16200000">
                <a:off x="5540365" y="2099473"/>
                <a:ext cx="49404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200" dirty="0">
                    <a:latin typeface="+mj-lt"/>
                  </a:rPr>
                  <a:t>Body</a:t>
                </a:r>
              </a:p>
            </p:txBody>
          </p:sp>
          <p:sp>
            <p:nvSpPr>
              <p:cNvPr id="88" name="Ellipse 87">
                <a:extLst>
                  <a:ext uri="{FF2B5EF4-FFF2-40B4-BE49-F238E27FC236}">
                    <a16:creationId xmlns:a16="http://schemas.microsoft.com/office/drawing/2014/main" id="{BF9E6D79-DAA8-AD4B-80BB-775BB200F17F}"/>
                  </a:ext>
                </a:extLst>
              </p:cNvPr>
              <p:cNvSpPr/>
              <p:nvPr/>
            </p:nvSpPr>
            <p:spPr>
              <a:xfrm>
                <a:off x="2983813" y="2438058"/>
                <a:ext cx="152400" cy="161759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1400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89" name="Ellipse 88">
                <a:extLst>
                  <a:ext uri="{FF2B5EF4-FFF2-40B4-BE49-F238E27FC236}">
                    <a16:creationId xmlns:a16="http://schemas.microsoft.com/office/drawing/2014/main" id="{CFDE9DBD-28C5-974D-90C9-D1805939E137}"/>
                  </a:ext>
                </a:extLst>
              </p:cNvPr>
              <p:cNvSpPr/>
              <p:nvPr/>
            </p:nvSpPr>
            <p:spPr>
              <a:xfrm>
                <a:off x="2057987" y="2438058"/>
                <a:ext cx="152400" cy="161759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1400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90" name="Ellipse 89">
                <a:extLst>
                  <a:ext uri="{FF2B5EF4-FFF2-40B4-BE49-F238E27FC236}">
                    <a16:creationId xmlns:a16="http://schemas.microsoft.com/office/drawing/2014/main" id="{5BE2BB38-2AC0-2443-A1DE-143D9FAB2986}"/>
                  </a:ext>
                </a:extLst>
              </p:cNvPr>
              <p:cNvSpPr/>
              <p:nvPr/>
            </p:nvSpPr>
            <p:spPr>
              <a:xfrm>
                <a:off x="2505956" y="2438058"/>
                <a:ext cx="152400" cy="161759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1400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91" name="Ellipse 90">
                <a:extLst>
                  <a:ext uri="{FF2B5EF4-FFF2-40B4-BE49-F238E27FC236}">
                    <a16:creationId xmlns:a16="http://schemas.microsoft.com/office/drawing/2014/main" id="{D980C7AE-3C97-4C47-8603-9912CECD7CE2}"/>
                  </a:ext>
                </a:extLst>
              </p:cNvPr>
              <p:cNvSpPr/>
              <p:nvPr/>
            </p:nvSpPr>
            <p:spPr>
              <a:xfrm>
                <a:off x="3419062" y="2438058"/>
                <a:ext cx="152400" cy="161759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1400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92" name="Ellipse 91">
                <a:extLst>
                  <a:ext uri="{FF2B5EF4-FFF2-40B4-BE49-F238E27FC236}">
                    <a16:creationId xmlns:a16="http://schemas.microsoft.com/office/drawing/2014/main" id="{6E6C5479-EA51-5841-9A61-16EBCE927589}"/>
                  </a:ext>
                </a:extLst>
              </p:cNvPr>
              <p:cNvSpPr/>
              <p:nvPr/>
            </p:nvSpPr>
            <p:spPr>
              <a:xfrm>
                <a:off x="5168127" y="2438058"/>
                <a:ext cx="152400" cy="161759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1400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93" name="Ellipse 92">
                <a:extLst>
                  <a:ext uri="{FF2B5EF4-FFF2-40B4-BE49-F238E27FC236}">
                    <a16:creationId xmlns:a16="http://schemas.microsoft.com/office/drawing/2014/main" id="{3E0A6F67-E5A6-B444-BEE8-F5CDFE3AD485}"/>
                  </a:ext>
                </a:extLst>
              </p:cNvPr>
              <p:cNvSpPr/>
              <p:nvPr/>
            </p:nvSpPr>
            <p:spPr>
              <a:xfrm>
                <a:off x="4242301" y="2438058"/>
                <a:ext cx="152400" cy="161759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1400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94" name="Ellipse 93">
                <a:extLst>
                  <a:ext uri="{FF2B5EF4-FFF2-40B4-BE49-F238E27FC236}">
                    <a16:creationId xmlns:a16="http://schemas.microsoft.com/office/drawing/2014/main" id="{3F1A982C-A870-FF45-8990-987D82908DBC}"/>
                  </a:ext>
                </a:extLst>
              </p:cNvPr>
              <p:cNvSpPr/>
              <p:nvPr/>
            </p:nvSpPr>
            <p:spPr>
              <a:xfrm>
                <a:off x="4690270" y="2438058"/>
                <a:ext cx="152400" cy="161759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1400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95" name="Ellipse 94">
                <a:extLst>
                  <a:ext uri="{FF2B5EF4-FFF2-40B4-BE49-F238E27FC236}">
                    <a16:creationId xmlns:a16="http://schemas.microsoft.com/office/drawing/2014/main" id="{A8A5D3AB-7681-554A-B8A4-4E80CFDBF02E}"/>
                  </a:ext>
                </a:extLst>
              </p:cNvPr>
              <p:cNvSpPr/>
              <p:nvPr/>
            </p:nvSpPr>
            <p:spPr>
              <a:xfrm>
                <a:off x="5603376" y="2438058"/>
                <a:ext cx="152400" cy="161759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1400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</p:grpSp>
        <p:sp>
          <p:nvSpPr>
            <p:cNvPr id="96" name="ZoneTexte 95">
              <a:extLst>
                <a:ext uri="{FF2B5EF4-FFF2-40B4-BE49-F238E27FC236}">
                  <a16:creationId xmlns:a16="http://schemas.microsoft.com/office/drawing/2014/main" id="{5C50BEC4-6C21-A84B-BEAC-D421C1AA1766}"/>
                </a:ext>
              </a:extLst>
            </p:cNvPr>
            <p:cNvSpPr txBox="1"/>
            <p:nvPr/>
          </p:nvSpPr>
          <p:spPr>
            <a:xfrm>
              <a:off x="4297356" y="3445334"/>
              <a:ext cx="372295" cy="2831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/>
                <a:t>♂♀︎︎</a:t>
              </a:r>
            </a:p>
          </p:txBody>
        </p:sp>
        <p:pic>
          <p:nvPicPr>
            <p:cNvPr id="97" name="Image 96">
              <a:extLst>
                <a:ext uri="{FF2B5EF4-FFF2-40B4-BE49-F238E27FC236}">
                  <a16:creationId xmlns:a16="http://schemas.microsoft.com/office/drawing/2014/main" id="{E0562A9A-AEE3-7E44-BF08-959BB3EED0A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H="1">
              <a:off x="2416196" y="3477882"/>
              <a:ext cx="276497" cy="236597"/>
            </a:xfrm>
            <a:prstGeom prst="rect">
              <a:avLst/>
            </a:prstGeom>
          </p:spPr>
        </p:pic>
        <p:grpSp>
          <p:nvGrpSpPr>
            <p:cNvPr id="111" name="Groupe 110">
              <a:extLst>
                <a:ext uri="{FF2B5EF4-FFF2-40B4-BE49-F238E27FC236}">
                  <a16:creationId xmlns:a16="http://schemas.microsoft.com/office/drawing/2014/main" id="{F3FD48C2-E7F9-B442-ACD3-4775227374A3}"/>
                </a:ext>
              </a:extLst>
            </p:cNvPr>
            <p:cNvGrpSpPr/>
            <p:nvPr/>
          </p:nvGrpSpPr>
          <p:grpSpPr>
            <a:xfrm>
              <a:off x="1042537" y="3943470"/>
              <a:ext cx="335331" cy="1009530"/>
              <a:chOff x="1042537" y="4936809"/>
              <a:chExt cx="374245" cy="1316683"/>
            </a:xfrm>
          </p:grpSpPr>
          <p:sp>
            <p:nvSpPr>
              <p:cNvPr id="112" name="Rectangle 111">
                <a:extLst>
                  <a:ext uri="{FF2B5EF4-FFF2-40B4-BE49-F238E27FC236}">
                    <a16:creationId xmlns:a16="http://schemas.microsoft.com/office/drawing/2014/main" id="{9D2D05FB-A9C3-B246-A7FF-F9718DE59471}"/>
                  </a:ext>
                </a:extLst>
              </p:cNvPr>
              <p:cNvSpPr/>
              <p:nvPr/>
            </p:nvSpPr>
            <p:spPr>
              <a:xfrm>
                <a:off x="1057554" y="4936809"/>
                <a:ext cx="359228" cy="1316683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13" name="ZoneTexte 112">
                <a:extLst>
                  <a:ext uri="{FF2B5EF4-FFF2-40B4-BE49-F238E27FC236}">
                    <a16:creationId xmlns:a16="http://schemas.microsoft.com/office/drawing/2014/main" id="{829EFB07-F26C-8645-940B-5B9D77CC882C}"/>
                  </a:ext>
                </a:extLst>
              </p:cNvPr>
              <p:cNvSpPr txBox="1"/>
              <p:nvPr/>
            </p:nvSpPr>
            <p:spPr>
              <a:xfrm rot="16200000">
                <a:off x="788621" y="5387577"/>
                <a:ext cx="87716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dirty="0">
                    <a:latin typeface="+mj-lt"/>
                  </a:rPr>
                  <a:t>15115g</a:t>
                </a:r>
              </a:p>
            </p:txBody>
          </p:sp>
        </p:grpSp>
      </p:grpSp>
      <p:grpSp>
        <p:nvGrpSpPr>
          <p:cNvPr id="66" name="Groupe 65">
            <a:extLst>
              <a:ext uri="{FF2B5EF4-FFF2-40B4-BE49-F238E27FC236}">
                <a16:creationId xmlns:a16="http://schemas.microsoft.com/office/drawing/2014/main" id="{022945FA-C2F2-5F48-B6B6-428F8220F118}"/>
              </a:ext>
            </a:extLst>
          </p:cNvPr>
          <p:cNvGrpSpPr/>
          <p:nvPr/>
        </p:nvGrpSpPr>
        <p:grpSpPr>
          <a:xfrm>
            <a:off x="1055993" y="771868"/>
            <a:ext cx="4236370" cy="1305348"/>
            <a:chOff x="1055993" y="2174294"/>
            <a:chExt cx="4236370" cy="1305348"/>
          </a:xfrm>
        </p:grpSpPr>
        <p:grpSp>
          <p:nvGrpSpPr>
            <p:cNvPr id="60" name="Groupe 59">
              <a:extLst>
                <a:ext uri="{FF2B5EF4-FFF2-40B4-BE49-F238E27FC236}">
                  <a16:creationId xmlns:a16="http://schemas.microsoft.com/office/drawing/2014/main" id="{2941283F-0B05-E549-865F-8412A269EC49}"/>
                </a:ext>
              </a:extLst>
            </p:cNvPr>
            <p:cNvGrpSpPr/>
            <p:nvPr/>
          </p:nvGrpSpPr>
          <p:grpSpPr>
            <a:xfrm>
              <a:off x="1654089" y="2425848"/>
              <a:ext cx="3638274" cy="493649"/>
              <a:chOff x="1865408" y="1955973"/>
              <a:chExt cx="4060479" cy="643844"/>
            </a:xfrm>
          </p:grpSpPr>
          <p:sp>
            <p:nvSpPr>
              <p:cNvPr id="36" name="ZoneTexte 35">
                <a:extLst>
                  <a:ext uri="{FF2B5EF4-FFF2-40B4-BE49-F238E27FC236}">
                    <a16:creationId xmlns:a16="http://schemas.microsoft.com/office/drawing/2014/main" id="{9CA4E4E3-19A1-E341-8DBF-1AED03148F99}"/>
                  </a:ext>
                </a:extLst>
              </p:cNvPr>
              <p:cNvSpPr txBox="1"/>
              <p:nvPr/>
            </p:nvSpPr>
            <p:spPr>
              <a:xfrm rot="16200000">
                <a:off x="1750473" y="2070909"/>
                <a:ext cx="50687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200" dirty="0">
                    <a:latin typeface="+mj-lt"/>
                  </a:rPr>
                  <a:t>Head</a:t>
                </a:r>
              </a:p>
            </p:txBody>
          </p:sp>
          <p:sp>
            <p:nvSpPr>
              <p:cNvPr id="37" name="ZoneTexte 36">
                <a:extLst>
                  <a:ext uri="{FF2B5EF4-FFF2-40B4-BE49-F238E27FC236}">
                    <a16:creationId xmlns:a16="http://schemas.microsoft.com/office/drawing/2014/main" id="{DDE8003E-9E39-1B41-BCF2-3A3BE9205601}"/>
                  </a:ext>
                </a:extLst>
              </p:cNvPr>
              <p:cNvSpPr txBox="1"/>
              <p:nvPr/>
            </p:nvSpPr>
            <p:spPr>
              <a:xfrm rot="16200000">
                <a:off x="1996372" y="2081795"/>
                <a:ext cx="49404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200" dirty="0">
                    <a:latin typeface="+mj-lt"/>
                  </a:rPr>
                  <a:t>Body</a:t>
                </a:r>
              </a:p>
            </p:txBody>
          </p:sp>
          <p:sp>
            <p:nvSpPr>
              <p:cNvPr id="38" name="ZoneTexte 37">
                <a:extLst>
                  <a:ext uri="{FF2B5EF4-FFF2-40B4-BE49-F238E27FC236}">
                    <a16:creationId xmlns:a16="http://schemas.microsoft.com/office/drawing/2014/main" id="{33971DDB-46A2-3844-8110-A54AA89B41B0}"/>
                  </a:ext>
                </a:extLst>
              </p:cNvPr>
              <p:cNvSpPr txBox="1"/>
              <p:nvPr/>
            </p:nvSpPr>
            <p:spPr>
              <a:xfrm rot="16200000">
                <a:off x="2204468" y="2070908"/>
                <a:ext cx="50687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200" dirty="0">
                    <a:latin typeface="+mj-lt"/>
                  </a:rPr>
                  <a:t>Head</a:t>
                </a:r>
              </a:p>
            </p:txBody>
          </p:sp>
          <p:sp>
            <p:nvSpPr>
              <p:cNvPr id="39" name="ZoneTexte 38">
                <a:extLst>
                  <a:ext uri="{FF2B5EF4-FFF2-40B4-BE49-F238E27FC236}">
                    <a16:creationId xmlns:a16="http://schemas.microsoft.com/office/drawing/2014/main" id="{971C2687-91F1-B140-9A3C-586866AF3F27}"/>
                  </a:ext>
                </a:extLst>
              </p:cNvPr>
              <p:cNvSpPr txBox="1"/>
              <p:nvPr/>
            </p:nvSpPr>
            <p:spPr>
              <a:xfrm rot="16200000">
                <a:off x="2450367" y="2081794"/>
                <a:ext cx="49404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200" dirty="0">
                    <a:latin typeface="+mj-lt"/>
                  </a:rPr>
                  <a:t>Body</a:t>
                </a:r>
              </a:p>
            </p:txBody>
          </p:sp>
          <p:sp>
            <p:nvSpPr>
              <p:cNvPr id="40" name="ZoneTexte 39">
                <a:extLst>
                  <a:ext uri="{FF2B5EF4-FFF2-40B4-BE49-F238E27FC236}">
                    <a16:creationId xmlns:a16="http://schemas.microsoft.com/office/drawing/2014/main" id="{A0334229-48C1-2148-900F-84D4EE6D6168}"/>
                  </a:ext>
                </a:extLst>
              </p:cNvPr>
              <p:cNvSpPr txBox="1"/>
              <p:nvPr/>
            </p:nvSpPr>
            <p:spPr>
              <a:xfrm rot="16200000">
                <a:off x="2670096" y="2081030"/>
                <a:ext cx="50687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200" dirty="0">
                    <a:latin typeface="+mj-lt"/>
                  </a:rPr>
                  <a:t>Head</a:t>
                </a:r>
              </a:p>
            </p:txBody>
          </p:sp>
          <p:sp>
            <p:nvSpPr>
              <p:cNvPr id="41" name="ZoneTexte 40">
                <a:extLst>
                  <a:ext uri="{FF2B5EF4-FFF2-40B4-BE49-F238E27FC236}">
                    <a16:creationId xmlns:a16="http://schemas.microsoft.com/office/drawing/2014/main" id="{2BF2381C-9AF3-4A49-A936-E362E01FA3AD}"/>
                  </a:ext>
                </a:extLst>
              </p:cNvPr>
              <p:cNvSpPr txBox="1"/>
              <p:nvPr/>
            </p:nvSpPr>
            <p:spPr>
              <a:xfrm rot="16200000">
                <a:off x="2915995" y="2091916"/>
                <a:ext cx="49404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200" dirty="0">
                    <a:latin typeface="+mj-lt"/>
                  </a:rPr>
                  <a:t>Body</a:t>
                </a:r>
              </a:p>
            </p:txBody>
          </p:sp>
          <p:sp>
            <p:nvSpPr>
              <p:cNvPr id="42" name="ZoneTexte 41">
                <a:extLst>
                  <a:ext uri="{FF2B5EF4-FFF2-40B4-BE49-F238E27FC236}">
                    <a16:creationId xmlns:a16="http://schemas.microsoft.com/office/drawing/2014/main" id="{28FE6079-8A39-A742-A483-53CBFE8247BB}"/>
                  </a:ext>
                </a:extLst>
              </p:cNvPr>
              <p:cNvSpPr txBox="1"/>
              <p:nvPr/>
            </p:nvSpPr>
            <p:spPr>
              <a:xfrm rot="16200000">
                <a:off x="3147357" y="2081030"/>
                <a:ext cx="50687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200" dirty="0">
                    <a:latin typeface="+mj-lt"/>
                  </a:rPr>
                  <a:t>Head</a:t>
                </a:r>
              </a:p>
            </p:txBody>
          </p:sp>
          <p:sp>
            <p:nvSpPr>
              <p:cNvPr id="43" name="ZoneTexte 42">
                <a:extLst>
                  <a:ext uri="{FF2B5EF4-FFF2-40B4-BE49-F238E27FC236}">
                    <a16:creationId xmlns:a16="http://schemas.microsoft.com/office/drawing/2014/main" id="{FFA0B0B9-845F-D941-A105-10B346D95E20}"/>
                  </a:ext>
                </a:extLst>
              </p:cNvPr>
              <p:cNvSpPr txBox="1"/>
              <p:nvPr/>
            </p:nvSpPr>
            <p:spPr>
              <a:xfrm rot="16200000">
                <a:off x="3393256" y="2091916"/>
                <a:ext cx="49404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200" dirty="0">
                    <a:latin typeface="+mj-lt"/>
                  </a:rPr>
                  <a:t>Body</a:t>
                </a:r>
              </a:p>
            </p:txBody>
          </p:sp>
          <p:sp>
            <p:nvSpPr>
              <p:cNvPr id="44" name="ZoneTexte 43">
                <a:extLst>
                  <a:ext uri="{FF2B5EF4-FFF2-40B4-BE49-F238E27FC236}">
                    <a16:creationId xmlns:a16="http://schemas.microsoft.com/office/drawing/2014/main" id="{DD19E05A-26B0-D346-A00D-AAF7C0C8B77E}"/>
                  </a:ext>
                </a:extLst>
              </p:cNvPr>
              <p:cNvSpPr txBox="1"/>
              <p:nvPr/>
            </p:nvSpPr>
            <p:spPr>
              <a:xfrm rot="16200000">
                <a:off x="3897582" y="2078466"/>
                <a:ext cx="50687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200" dirty="0">
                    <a:latin typeface="+mj-lt"/>
                  </a:rPr>
                  <a:t>Head</a:t>
                </a:r>
              </a:p>
            </p:txBody>
          </p:sp>
          <p:sp>
            <p:nvSpPr>
              <p:cNvPr id="45" name="ZoneTexte 44">
                <a:extLst>
                  <a:ext uri="{FF2B5EF4-FFF2-40B4-BE49-F238E27FC236}">
                    <a16:creationId xmlns:a16="http://schemas.microsoft.com/office/drawing/2014/main" id="{6C3EAC1C-8C2C-1B45-9245-2832ECDA635C}"/>
                  </a:ext>
                </a:extLst>
              </p:cNvPr>
              <p:cNvSpPr txBox="1"/>
              <p:nvPr/>
            </p:nvSpPr>
            <p:spPr>
              <a:xfrm rot="16200000">
                <a:off x="4143481" y="2089352"/>
                <a:ext cx="49404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200" dirty="0">
                    <a:latin typeface="+mj-lt"/>
                  </a:rPr>
                  <a:t>Body</a:t>
                </a:r>
              </a:p>
            </p:txBody>
          </p:sp>
          <p:sp>
            <p:nvSpPr>
              <p:cNvPr id="46" name="ZoneTexte 45">
                <a:extLst>
                  <a:ext uri="{FF2B5EF4-FFF2-40B4-BE49-F238E27FC236}">
                    <a16:creationId xmlns:a16="http://schemas.microsoft.com/office/drawing/2014/main" id="{6E4B0463-2151-6E4B-A1DE-D78F6A107FC2}"/>
                  </a:ext>
                </a:extLst>
              </p:cNvPr>
              <p:cNvSpPr txBox="1"/>
              <p:nvPr/>
            </p:nvSpPr>
            <p:spPr>
              <a:xfrm rot="16200000">
                <a:off x="4351577" y="2078465"/>
                <a:ext cx="50687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200" dirty="0">
                    <a:latin typeface="+mj-lt"/>
                  </a:rPr>
                  <a:t>Head</a:t>
                </a:r>
              </a:p>
            </p:txBody>
          </p:sp>
          <p:sp>
            <p:nvSpPr>
              <p:cNvPr id="47" name="ZoneTexte 46">
                <a:extLst>
                  <a:ext uri="{FF2B5EF4-FFF2-40B4-BE49-F238E27FC236}">
                    <a16:creationId xmlns:a16="http://schemas.microsoft.com/office/drawing/2014/main" id="{2DD12E41-E773-4E44-BB70-E7F857FE642D}"/>
                  </a:ext>
                </a:extLst>
              </p:cNvPr>
              <p:cNvSpPr txBox="1"/>
              <p:nvPr/>
            </p:nvSpPr>
            <p:spPr>
              <a:xfrm rot="16200000">
                <a:off x="4597476" y="2089351"/>
                <a:ext cx="49404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200" dirty="0">
                    <a:latin typeface="+mj-lt"/>
                  </a:rPr>
                  <a:t>Body</a:t>
                </a:r>
              </a:p>
            </p:txBody>
          </p:sp>
          <p:sp>
            <p:nvSpPr>
              <p:cNvPr id="48" name="ZoneTexte 47">
                <a:extLst>
                  <a:ext uri="{FF2B5EF4-FFF2-40B4-BE49-F238E27FC236}">
                    <a16:creationId xmlns:a16="http://schemas.microsoft.com/office/drawing/2014/main" id="{3BE1BB0A-BFF4-5A45-A613-5FA6A6AFF2DD}"/>
                  </a:ext>
                </a:extLst>
              </p:cNvPr>
              <p:cNvSpPr txBox="1"/>
              <p:nvPr/>
            </p:nvSpPr>
            <p:spPr>
              <a:xfrm rot="16200000">
                <a:off x="4817205" y="2088587"/>
                <a:ext cx="50687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200" dirty="0">
                    <a:latin typeface="+mj-lt"/>
                  </a:rPr>
                  <a:t>Head</a:t>
                </a:r>
              </a:p>
            </p:txBody>
          </p:sp>
          <p:sp>
            <p:nvSpPr>
              <p:cNvPr id="49" name="ZoneTexte 48">
                <a:extLst>
                  <a:ext uri="{FF2B5EF4-FFF2-40B4-BE49-F238E27FC236}">
                    <a16:creationId xmlns:a16="http://schemas.microsoft.com/office/drawing/2014/main" id="{0CF84CAB-1AFA-D848-A7A4-C6126BF5778F}"/>
                  </a:ext>
                </a:extLst>
              </p:cNvPr>
              <p:cNvSpPr txBox="1"/>
              <p:nvPr/>
            </p:nvSpPr>
            <p:spPr>
              <a:xfrm rot="16200000">
                <a:off x="5063104" y="2099473"/>
                <a:ext cx="49404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200" dirty="0">
                    <a:latin typeface="+mj-lt"/>
                  </a:rPr>
                  <a:t>Body</a:t>
                </a:r>
              </a:p>
            </p:txBody>
          </p:sp>
          <p:sp>
            <p:nvSpPr>
              <p:cNvPr id="50" name="ZoneTexte 49">
                <a:extLst>
                  <a:ext uri="{FF2B5EF4-FFF2-40B4-BE49-F238E27FC236}">
                    <a16:creationId xmlns:a16="http://schemas.microsoft.com/office/drawing/2014/main" id="{1FC80709-329E-2748-B102-964856B40CBD}"/>
                  </a:ext>
                </a:extLst>
              </p:cNvPr>
              <p:cNvSpPr txBox="1"/>
              <p:nvPr/>
            </p:nvSpPr>
            <p:spPr>
              <a:xfrm rot="16200000">
                <a:off x="5294466" y="2088587"/>
                <a:ext cx="50687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200" dirty="0">
                    <a:latin typeface="+mj-lt"/>
                  </a:rPr>
                  <a:t>Head</a:t>
                </a:r>
              </a:p>
            </p:txBody>
          </p:sp>
          <p:sp>
            <p:nvSpPr>
              <p:cNvPr id="51" name="ZoneTexte 50">
                <a:extLst>
                  <a:ext uri="{FF2B5EF4-FFF2-40B4-BE49-F238E27FC236}">
                    <a16:creationId xmlns:a16="http://schemas.microsoft.com/office/drawing/2014/main" id="{679209FE-959F-7F43-A892-3B0392182D48}"/>
                  </a:ext>
                </a:extLst>
              </p:cNvPr>
              <p:cNvSpPr txBox="1"/>
              <p:nvPr/>
            </p:nvSpPr>
            <p:spPr>
              <a:xfrm rot="16200000">
                <a:off x="5540365" y="2099473"/>
                <a:ext cx="49404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200" dirty="0">
                    <a:latin typeface="+mj-lt"/>
                  </a:rPr>
                  <a:t>Body</a:t>
                </a:r>
              </a:p>
            </p:txBody>
          </p:sp>
          <p:sp>
            <p:nvSpPr>
              <p:cNvPr id="52" name="Ellipse 51">
                <a:extLst>
                  <a:ext uri="{FF2B5EF4-FFF2-40B4-BE49-F238E27FC236}">
                    <a16:creationId xmlns:a16="http://schemas.microsoft.com/office/drawing/2014/main" id="{057D35B3-1DEB-EA4B-AFE4-D7E53FD958EE}"/>
                  </a:ext>
                </a:extLst>
              </p:cNvPr>
              <p:cNvSpPr/>
              <p:nvPr/>
            </p:nvSpPr>
            <p:spPr>
              <a:xfrm>
                <a:off x="2983813" y="2438058"/>
                <a:ext cx="152400" cy="161759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1400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53" name="Ellipse 52">
                <a:extLst>
                  <a:ext uri="{FF2B5EF4-FFF2-40B4-BE49-F238E27FC236}">
                    <a16:creationId xmlns:a16="http://schemas.microsoft.com/office/drawing/2014/main" id="{2385B3DE-4FCF-F942-B2B3-EA63CF059D98}"/>
                  </a:ext>
                </a:extLst>
              </p:cNvPr>
              <p:cNvSpPr/>
              <p:nvPr/>
            </p:nvSpPr>
            <p:spPr>
              <a:xfrm>
                <a:off x="2057987" y="2438058"/>
                <a:ext cx="152400" cy="161759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1400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54" name="Ellipse 53">
                <a:extLst>
                  <a:ext uri="{FF2B5EF4-FFF2-40B4-BE49-F238E27FC236}">
                    <a16:creationId xmlns:a16="http://schemas.microsoft.com/office/drawing/2014/main" id="{076C0894-B16C-6949-AC5C-3832B67C4B28}"/>
                  </a:ext>
                </a:extLst>
              </p:cNvPr>
              <p:cNvSpPr/>
              <p:nvPr/>
            </p:nvSpPr>
            <p:spPr>
              <a:xfrm>
                <a:off x="2505956" y="2438058"/>
                <a:ext cx="152400" cy="161759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1400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55" name="Ellipse 54">
                <a:extLst>
                  <a:ext uri="{FF2B5EF4-FFF2-40B4-BE49-F238E27FC236}">
                    <a16:creationId xmlns:a16="http://schemas.microsoft.com/office/drawing/2014/main" id="{E42F40B4-AB4C-6943-97A8-2830BE399562}"/>
                  </a:ext>
                </a:extLst>
              </p:cNvPr>
              <p:cNvSpPr/>
              <p:nvPr/>
            </p:nvSpPr>
            <p:spPr>
              <a:xfrm>
                <a:off x="3419062" y="2438058"/>
                <a:ext cx="152400" cy="161759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1400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56" name="Ellipse 55">
                <a:extLst>
                  <a:ext uri="{FF2B5EF4-FFF2-40B4-BE49-F238E27FC236}">
                    <a16:creationId xmlns:a16="http://schemas.microsoft.com/office/drawing/2014/main" id="{F67676AD-427A-3141-8CE3-760D6D631FED}"/>
                  </a:ext>
                </a:extLst>
              </p:cNvPr>
              <p:cNvSpPr/>
              <p:nvPr/>
            </p:nvSpPr>
            <p:spPr>
              <a:xfrm>
                <a:off x="5168127" y="2438058"/>
                <a:ext cx="152400" cy="161759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1400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57" name="Ellipse 56">
                <a:extLst>
                  <a:ext uri="{FF2B5EF4-FFF2-40B4-BE49-F238E27FC236}">
                    <a16:creationId xmlns:a16="http://schemas.microsoft.com/office/drawing/2014/main" id="{E6B1606B-05CE-0041-A102-902EDB077512}"/>
                  </a:ext>
                </a:extLst>
              </p:cNvPr>
              <p:cNvSpPr/>
              <p:nvPr/>
            </p:nvSpPr>
            <p:spPr>
              <a:xfrm>
                <a:off x="4242301" y="2438058"/>
                <a:ext cx="152400" cy="161759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1400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58" name="Ellipse 57">
                <a:extLst>
                  <a:ext uri="{FF2B5EF4-FFF2-40B4-BE49-F238E27FC236}">
                    <a16:creationId xmlns:a16="http://schemas.microsoft.com/office/drawing/2014/main" id="{6B6438F8-CF3F-F041-BEA5-757A27D634A1}"/>
                  </a:ext>
                </a:extLst>
              </p:cNvPr>
              <p:cNvSpPr/>
              <p:nvPr/>
            </p:nvSpPr>
            <p:spPr>
              <a:xfrm>
                <a:off x="4690270" y="2438058"/>
                <a:ext cx="152400" cy="161759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1400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59" name="Ellipse 58">
                <a:extLst>
                  <a:ext uri="{FF2B5EF4-FFF2-40B4-BE49-F238E27FC236}">
                    <a16:creationId xmlns:a16="http://schemas.microsoft.com/office/drawing/2014/main" id="{A5F7B50E-562F-3C4F-B5A5-3CA734EBA342}"/>
                  </a:ext>
                </a:extLst>
              </p:cNvPr>
              <p:cNvSpPr/>
              <p:nvPr/>
            </p:nvSpPr>
            <p:spPr>
              <a:xfrm>
                <a:off x="5603376" y="2438058"/>
                <a:ext cx="152400" cy="161759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1400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</p:grpSp>
        <p:sp>
          <p:nvSpPr>
            <p:cNvPr id="62" name="ZoneTexte 61">
              <a:extLst>
                <a:ext uri="{FF2B5EF4-FFF2-40B4-BE49-F238E27FC236}">
                  <a16:creationId xmlns:a16="http://schemas.microsoft.com/office/drawing/2014/main" id="{FC7F24EE-AAC2-CD41-BD6D-703F5AAF0DF2}"/>
                </a:ext>
              </a:extLst>
            </p:cNvPr>
            <p:cNvSpPr txBox="1"/>
            <p:nvPr/>
          </p:nvSpPr>
          <p:spPr>
            <a:xfrm>
              <a:off x="4277848" y="2174294"/>
              <a:ext cx="372295" cy="2831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/>
                <a:t>♂♀︎︎</a:t>
              </a:r>
            </a:p>
          </p:txBody>
        </p:sp>
        <p:pic>
          <p:nvPicPr>
            <p:cNvPr id="68" name="Image 67">
              <a:extLst>
                <a:ext uri="{FF2B5EF4-FFF2-40B4-BE49-F238E27FC236}">
                  <a16:creationId xmlns:a16="http://schemas.microsoft.com/office/drawing/2014/main" id="{8A9E4875-96C8-D044-BD9C-82771984054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H="1">
              <a:off x="2396688" y="2206843"/>
              <a:ext cx="276497" cy="236597"/>
            </a:xfrm>
            <a:prstGeom prst="rect">
              <a:avLst/>
            </a:prstGeom>
          </p:spPr>
        </p:pic>
        <p:grpSp>
          <p:nvGrpSpPr>
            <p:cNvPr id="108" name="Groupe 107">
              <a:extLst>
                <a:ext uri="{FF2B5EF4-FFF2-40B4-BE49-F238E27FC236}">
                  <a16:creationId xmlns:a16="http://schemas.microsoft.com/office/drawing/2014/main" id="{F74028F8-5EFD-7C48-9736-EDA066EB51E8}"/>
                </a:ext>
              </a:extLst>
            </p:cNvPr>
            <p:cNvGrpSpPr/>
            <p:nvPr/>
          </p:nvGrpSpPr>
          <p:grpSpPr>
            <a:xfrm>
              <a:off x="1055993" y="2470112"/>
              <a:ext cx="330929" cy="1009530"/>
              <a:chOff x="1057554" y="3015175"/>
              <a:chExt cx="369332" cy="1316683"/>
            </a:xfrm>
          </p:grpSpPr>
          <p:sp>
            <p:nvSpPr>
              <p:cNvPr id="109" name="Rectangle 108">
                <a:extLst>
                  <a:ext uri="{FF2B5EF4-FFF2-40B4-BE49-F238E27FC236}">
                    <a16:creationId xmlns:a16="http://schemas.microsoft.com/office/drawing/2014/main" id="{97F162F4-3FED-9E4D-B1FC-DA5F947403F4}"/>
                  </a:ext>
                </a:extLst>
              </p:cNvPr>
              <p:cNvSpPr/>
              <p:nvPr/>
            </p:nvSpPr>
            <p:spPr>
              <a:xfrm>
                <a:off x="1067183" y="3015175"/>
                <a:ext cx="359228" cy="1316683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10" name="ZoneTexte 109">
                <a:extLst>
                  <a:ext uri="{FF2B5EF4-FFF2-40B4-BE49-F238E27FC236}">
                    <a16:creationId xmlns:a16="http://schemas.microsoft.com/office/drawing/2014/main" id="{78D216B2-F2AE-EE47-8943-C7C644896425}"/>
                  </a:ext>
                </a:extLst>
              </p:cNvPr>
              <p:cNvSpPr txBox="1"/>
              <p:nvPr/>
            </p:nvSpPr>
            <p:spPr>
              <a:xfrm rot="16200000">
                <a:off x="1033669" y="3448302"/>
                <a:ext cx="4171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dirty="0">
                    <a:latin typeface="+mj-lt"/>
                  </a:rPr>
                  <a:t>X1</a:t>
                </a:r>
              </a:p>
            </p:txBody>
          </p:sp>
        </p:grpSp>
      </p:grpSp>
      <p:grpSp>
        <p:nvGrpSpPr>
          <p:cNvPr id="98" name="Groupe 97">
            <a:extLst>
              <a:ext uri="{FF2B5EF4-FFF2-40B4-BE49-F238E27FC236}">
                <a16:creationId xmlns:a16="http://schemas.microsoft.com/office/drawing/2014/main" id="{D17ED3FF-417F-6749-B179-2830F2614B09}"/>
              </a:ext>
            </a:extLst>
          </p:cNvPr>
          <p:cNvGrpSpPr/>
          <p:nvPr/>
        </p:nvGrpSpPr>
        <p:grpSpPr>
          <a:xfrm>
            <a:off x="1013284" y="3762061"/>
            <a:ext cx="4257153" cy="1447863"/>
            <a:chOff x="1022061" y="4880523"/>
            <a:chExt cx="4257153" cy="1447863"/>
          </a:xfrm>
        </p:grpSpPr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A26492BD-F4B7-3645-9380-AC977753DE61}"/>
                </a:ext>
              </a:extLst>
            </p:cNvPr>
            <p:cNvSpPr/>
            <p:nvPr/>
          </p:nvSpPr>
          <p:spPr>
            <a:xfrm>
              <a:off x="1041261" y="5318856"/>
              <a:ext cx="321876" cy="100953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16" name="ZoneTexte 115">
              <a:extLst>
                <a:ext uri="{FF2B5EF4-FFF2-40B4-BE49-F238E27FC236}">
                  <a16:creationId xmlns:a16="http://schemas.microsoft.com/office/drawing/2014/main" id="{F791144C-1430-1D43-ABD4-40ED6C31BE87}"/>
                </a:ext>
              </a:extLst>
            </p:cNvPr>
            <p:cNvSpPr txBox="1"/>
            <p:nvPr/>
          </p:nvSpPr>
          <p:spPr>
            <a:xfrm rot="16200000">
              <a:off x="871539" y="5593248"/>
              <a:ext cx="6703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>
                  <a:latin typeface="+mj-lt"/>
                </a:rPr>
                <a:t>GRS2</a:t>
              </a:r>
            </a:p>
          </p:txBody>
        </p:sp>
        <p:grpSp>
          <p:nvGrpSpPr>
            <p:cNvPr id="117" name="Groupe 116">
              <a:extLst>
                <a:ext uri="{FF2B5EF4-FFF2-40B4-BE49-F238E27FC236}">
                  <a16:creationId xmlns:a16="http://schemas.microsoft.com/office/drawing/2014/main" id="{1C0768A5-0F3B-DA4A-B481-46CFACC47B0F}"/>
                </a:ext>
              </a:extLst>
            </p:cNvPr>
            <p:cNvGrpSpPr/>
            <p:nvPr/>
          </p:nvGrpSpPr>
          <p:grpSpPr>
            <a:xfrm>
              <a:off x="1640939" y="4880523"/>
              <a:ext cx="3638275" cy="763562"/>
              <a:chOff x="1673596" y="678637"/>
              <a:chExt cx="3638275" cy="763562"/>
            </a:xfrm>
          </p:grpSpPr>
          <p:sp>
            <p:nvSpPr>
              <p:cNvPr id="118" name="ZoneTexte 117">
                <a:extLst>
                  <a:ext uri="{FF2B5EF4-FFF2-40B4-BE49-F238E27FC236}">
                    <a16:creationId xmlns:a16="http://schemas.microsoft.com/office/drawing/2014/main" id="{55CA009E-E5F9-D84B-9E7E-638D7F3BAC7F}"/>
                  </a:ext>
                </a:extLst>
              </p:cNvPr>
              <p:cNvSpPr txBox="1"/>
              <p:nvPr/>
            </p:nvSpPr>
            <p:spPr>
              <a:xfrm rot="16200000">
                <a:off x="1603381" y="1018766"/>
                <a:ext cx="388628" cy="2481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200" dirty="0">
                    <a:latin typeface="+mj-lt"/>
                  </a:rPr>
                  <a:t>Head</a:t>
                </a:r>
              </a:p>
            </p:txBody>
          </p:sp>
          <p:sp>
            <p:nvSpPr>
              <p:cNvPr id="119" name="ZoneTexte 118">
                <a:extLst>
                  <a:ext uri="{FF2B5EF4-FFF2-40B4-BE49-F238E27FC236}">
                    <a16:creationId xmlns:a16="http://schemas.microsoft.com/office/drawing/2014/main" id="{8D7E21F1-D211-A64D-9F09-6D3FE987B87D}"/>
                  </a:ext>
                </a:extLst>
              </p:cNvPr>
              <p:cNvSpPr txBox="1"/>
              <p:nvPr/>
            </p:nvSpPr>
            <p:spPr>
              <a:xfrm rot="16200000">
                <a:off x="1822883" y="1027113"/>
                <a:ext cx="378796" cy="2481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200" dirty="0">
                    <a:latin typeface="+mj-lt"/>
                  </a:rPr>
                  <a:t>Body</a:t>
                </a:r>
              </a:p>
            </p:txBody>
          </p:sp>
          <p:sp>
            <p:nvSpPr>
              <p:cNvPr id="120" name="ZoneTexte 119">
                <a:extLst>
                  <a:ext uri="{FF2B5EF4-FFF2-40B4-BE49-F238E27FC236}">
                    <a16:creationId xmlns:a16="http://schemas.microsoft.com/office/drawing/2014/main" id="{7B403523-B353-2D45-A6FF-A378DBAB117F}"/>
                  </a:ext>
                </a:extLst>
              </p:cNvPr>
              <p:cNvSpPr txBox="1"/>
              <p:nvPr/>
            </p:nvSpPr>
            <p:spPr>
              <a:xfrm rot="16200000">
                <a:off x="2010170" y="1018765"/>
                <a:ext cx="388628" cy="2481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200" dirty="0">
                    <a:latin typeface="+mj-lt"/>
                  </a:rPr>
                  <a:t>Head</a:t>
                </a:r>
              </a:p>
            </p:txBody>
          </p:sp>
          <p:sp>
            <p:nvSpPr>
              <p:cNvPr id="121" name="ZoneTexte 120">
                <a:extLst>
                  <a:ext uri="{FF2B5EF4-FFF2-40B4-BE49-F238E27FC236}">
                    <a16:creationId xmlns:a16="http://schemas.microsoft.com/office/drawing/2014/main" id="{C21F4A50-7AD1-074C-A204-FC72018BCA09}"/>
                  </a:ext>
                </a:extLst>
              </p:cNvPr>
              <p:cNvSpPr txBox="1"/>
              <p:nvPr/>
            </p:nvSpPr>
            <p:spPr>
              <a:xfrm rot="16200000">
                <a:off x="2229672" y="1027112"/>
                <a:ext cx="378796" cy="2481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200" dirty="0">
                    <a:latin typeface="+mj-lt"/>
                  </a:rPr>
                  <a:t>Body</a:t>
                </a:r>
              </a:p>
            </p:txBody>
          </p:sp>
          <p:sp>
            <p:nvSpPr>
              <p:cNvPr id="122" name="ZoneTexte 121">
                <a:extLst>
                  <a:ext uri="{FF2B5EF4-FFF2-40B4-BE49-F238E27FC236}">
                    <a16:creationId xmlns:a16="http://schemas.microsoft.com/office/drawing/2014/main" id="{0604E9A1-89EE-5048-B8AD-46C311296D18}"/>
                  </a:ext>
                </a:extLst>
              </p:cNvPr>
              <p:cNvSpPr txBox="1"/>
              <p:nvPr/>
            </p:nvSpPr>
            <p:spPr>
              <a:xfrm rot="16200000">
                <a:off x="2427383" y="1026526"/>
                <a:ext cx="388628" cy="2481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200" dirty="0">
                    <a:latin typeface="+mj-lt"/>
                  </a:rPr>
                  <a:t>Head</a:t>
                </a:r>
              </a:p>
            </p:txBody>
          </p:sp>
          <p:sp>
            <p:nvSpPr>
              <p:cNvPr id="123" name="ZoneTexte 122">
                <a:extLst>
                  <a:ext uri="{FF2B5EF4-FFF2-40B4-BE49-F238E27FC236}">
                    <a16:creationId xmlns:a16="http://schemas.microsoft.com/office/drawing/2014/main" id="{3B252739-24AA-CF41-916F-9B56A5F83DE9}"/>
                  </a:ext>
                </a:extLst>
              </p:cNvPr>
              <p:cNvSpPr txBox="1"/>
              <p:nvPr/>
            </p:nvSpPr>
            <p:spPr>
              <a:xfrm rot="16200000">
                <a:off x="2646884" y="1034873"/>
                <a:ext cx="378796" cy="2481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200" dirty="0">
                    <a:latin typeface="+mj-lt"/>
                  </a:rPr>
                  <a:t>Body</a:t>
                </a:r>
              </a:p>
            </p:txBody>
          </p:sp>
          <p:sp>
            <p:nvSpPr>
              <p:cNvPr id="124" name="ZoneTexte 123">
                <a:extLst>
                  <a:ext uri="{FF2B5EF4-FFF2-40B4-BE49-F238E27FC236}">
                    <a16:creationId xmlns:a16="http://schemas.microsoft.com/office/drawing/2014/main" id="{FCEF5FEC-CF99-1E4C-BC7F-9D4DDE431C57}"/>
                  </a:ext>
                </a:extLst>
              </p:cNvPr>
              <p:cNvSpPr txBox="1"/>
              <p:nvPr/>
            </p:nvSpPr>
            <p:spPr>
              <a:xfrm rot="16200000">
                <a:off x="2855019" y="1026526"/>
                <a:ext cx="388628" cy="2481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200" dirty="0">
                    <a:latin typeface="+mj-lt"/>
                  </a:rPr>
                  <a:t>Head</a:t>
                </a:r>
              </a:p>
            </p:txBody>
          </p:sp>
          <p:sp>
            <p:nvSpPr>
              <p:cNvPr id="125" name="ZoneTexte 124">
                <a:extLst>
                  <a:ext uri="{FF2B5EF4-FFF2-40B4-BE49-F238E27FC236}">
                    <a16:creationId xmlns:a16="http://schemas.microsoft.com/office/drawing/2014/main" id="{762E7A0C-52E7-ED41-B261-E0F2B20C677E}"/>
                  </a:ext>
                </a:extLst>
              </p:cNvPr>
              <p:cNvSpPr txBox="1"/>
              <p:nvPr/>
            </p:nvSpPr>
            <p:spPr>
              <a:xfrm rot="16200000">
                <a:off x="3074520" y="1034873"/>
                <a:ext cx="378796" cy="2481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200" dirty="0">
                    <a:latin typeface="+mj-lt"/>
                  </a:rPr>
                  <a:t>Body</a:t>
                </a:r>
              </a:p>
            </p:txBody>
          </p:sp>
          <p:sp>
            <p:nvSpPr>
              <p:cNvPr id="126" name="ZoneTexte 125">
                <a:extLst>
                  <a:ext uri="{FF2B5EF4-FFF2-40B4-BE49-F238E27FC236}">
                    <a16:creationId xmlns:a16="http://schemas.microsoft.com/office/drawing/2014/main" id="{1AED9A70-05FB-894C-B35A-EAA0BAA3E2AD}"/>
                  </a:ext>
                </a:extLst>
              </p:cNvPr>
              <p:cNvSpPr txBox="1"/>
              <p:nvPr/>
            </p:nvSpPr>
            <p:spPr>
              <a:xfrm rot="16200000">
                <a:off x="3527236" y="1024560"/>
                <a:ext cx="388628" cy="2481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200" dirty="0">
                    <a:latin typeface="+mj-lt"/>
                  </a:rPr>
                  <a:t>Head</a:t>
                </a:r>
              </a:p>
            </p:txBody>
          </p:sp>
          <p:sp>
            <p:nvSpPr>
              <p:cNvPr id="127" name="ZoneTexte 126">
                <a:extLst>
                  <a:ext uri="{FF2B5EF4-FFF2-40B4-BE49-F238E27FC236}">
                    <a16:creationId xmlns:a16="http://schemas.microsoft.com/office/drawing/2014/main" id="{B7D645C9-E8A3-2746-A173-447ECDA9E71B}"/>
                  </a:ext>
                </a:extLst>
              </p:cNvPr>
              <p:cNvSpPr txBox="1"/>
              <p:nvPr/>
            </p:nvSpPr>
            <p:spPr>
              <a:xfrm rot="16200000">
                <a:off x="3746737" y="1032907"/>
                <a:ext cx="378796" cy="2481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200" dirty="0">
                    <a:latin typeface="+mj-lt"/>
                  </a:rPr>
                  <a:t>Body</a:t>
                </a:r>
              </a:p>
            </p:txBody>
          </p:sp>
          <p:sp>
            <p:nvSpPr>
              <p:cNvPr id="128" name="ZoneTexte 127">
                <a:extLst>
                  <a:ext uri="{FF2B5EF4-FFF2-40B4-BE49-F238E27FC236}">
                    <a16:creationId xmlns:a16="http://schemas.microsoft.com/office/drawing/2014/main" id="{80C13ECB-F876-FE42-B157-AD78BF654823}"/>
                  </a:ext>
                </a:extLst>
              </p:cNvPr>
              <p:cNvSpPr txBox="1"/>
              <p:nvPr/>
            </p:nvSpPr>
            <p:spPr>
              <a:xfrm rot="16200000">
                <a:off x="3934025" y="1024559"/>
                <a:ext cx="388628" cy="2481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200" dirty="0">
                    <a:latin typeface="+mj-lt"/>
                  </a:rPr>
                  <a:t>Head</a:t>
                </a:r>
              </a:p>
            </p:txBody>
          </p:sp>
          <p:sp>
            <p:nvSpPr>
              <p:cNvPr id="129" name="ZoneTexte 128">
                <a:extLst>
                  <a:ext uri="{FF2B5EF4-FFF2-40B4-BE49-F238E27FC236}">
                    <a16:creationId xmlns:a16="http://schemas.microsoft.com/office/drawing/2014/main" id="{4B29B21A-2BB9-6541-80EC-F0C3EC883134}"/>
                  </a:ext>
                </a:extLst>
              </p:cNvPr>
              <p:cNvSpPr txBox="1"/>
              <p:nvPr/>
            </p:nvSpPr>
            <p:spPr>
              <a:xfrm rot="16200000">
                <a:off x="4153526" y="1032906"/>
                <a:ext cx="378796" cy="2481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200" dirty="0">
                    <a:latin typeface="+mj-lt"/>
                  </a:rPr>
                  <a:t>Body</a:t>
                </a:r>
              </a:p>
            </p:txBody>
          </p:sp>
          <p:sp>
            <p:nvSpPr>
              <p:cNvPr id="130" name="ZoneTexte 129">
                <a:extLst>
                  <a:ext uri="{FF2B5EF4-FFF2-40B4-BE49-F238E27FC236}">
                    <a16:creationId xmlns:a16="http://schemas.microsoft.com/office/drawing/2014/main" id="{6F5ED405-5897-CF4B-AB29-673B3608FD9B}"/>
                  </a:ext>
                </a:extLst>
              </p:cNvPr>
              <p:cNvSpPr txBox="1"/>
              <p:nvPr/>
            </p:nvSpPr>
            <p:spPr>
              <a:xfrm rot="16200000">
                <a:off x="4351237" y="1032320"/>
                <a:ext cx="388628" cy="2481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200" dirty="0">
                    <a:latin typeface="+mj-lt"/>
                  </a:rPr>
                  <a:t>Head</a:t>
                </a:r>
              </a:p>
            </p:txBody>
          </p:sp>
          <p:sp>
            <p:nvSpPr>
              <p:cNvPr id="131" name="ZoneTexte 130">
                <a:extLst>
                  <a:ext uri="{FF2B5EF4-FFF2-40B4-BE49-F238E27FC236}">
                    <a16:creationId xmlns:a16="http://schemas.microsoft.com/office/drawing/2014/main" id="{15FF32DC-6494-B447-9AA9-ED7F5C77879B}"/>
                  </a:ext>
                </a:extLst>
              </p:cNvPr>
              <p:cNvSpPr txBox="1"/>
              <p:nvPr/>
            </p:nvSpPr>
            <p:spPr>
              <a:xfrm rot="16200000">
                <a:off x="4570739" y="1040667"/>
                <a:ext cx="378796" cy="2481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200" dirty="0">
                    <a:latin typeface="+mj-lt"/>
                  </a:rPr>
                  <a:t>Body</a:t>
                </a:r>
              </a:p>
            </p:txBody>
          </p:sp>
          <p:sp>
            <p:nvSpPr>
              <p:cNvPr id="132" name="ZoneTexte 131">
                <a:extLst>
                  <a:ext uri="{FF2B5EF4-FFF2-40B4-BE49-F238E27FC236}">
                    <a16:creationId xmlns:a16="http://schemas.microsoft.com/office/drawing/2014/main" id="{4A1D148C-D70B-BD4E-AB13-CBD705012872}"/>
                  </a:ext>
                </a:extLst>
              </p:cNvPr>
              <p:cNvSpPr txBox="1"/>
              <p:nvPr/>
            </p:nvSpPr>
            <p:spPr>
              <a:xfrm rot="16200000">
                <a:off x="4778873" y="1032320"/>
                <a:ext cx="388628" cy="2481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200" dirty="0">
                    <a:latin typeface="+mj-lt"/>
                  </a:rPr>
                  <a:t>Head</a:t>
                </a:r>
              </a:p>
            </p:txBody>
          </p:sp>
          <p:sp>
            <p:nvSpPr>
              <p:cNvPr id="133" name="ZoneTexte 132">
                <a:extLst>
                  <a:ext uri="{FF2B5EF4-FFF2-40B4-BE49-F238E27FC236}">
                    <a16:creationId xmlns:a16="http://schemas.microsoft.com/office/drawing/2014/main" id="{014C47DE-030E-434A-81C9-C8AE42F49515}"/>
                  </a:ext>
                </a:extLst>
              </p:cNvPr>
              <p:cNvSpPr txBox="1"/>
              <p:nvPr/>
            </p:nvSpPr>
            <p:spPr>
              <a:xfrm rot="16200000">
                <a:off x="4998375" y="1040667"/>
                <a:ext cx="378796" cy="2481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200" dirty="0">
                    <a:latin typeface="+mj-lt"/>
                  </a:rPr>
                  <a:t>Body</a:t>
                </a:r>
              </a:p>
            </p:txBody>
          </p:sp>
          <p:sp>
            <p:nvSpPr>
              <p:cNvPr id="134" name="Ellipse 133">
                <a:extLst>
                  <a:ext uri="{FF2B5EF4-FFF2-40B4-BE49-F238E27FC236}">
                    <a16:creationId xmlns:a16="http://schemas.microsoft.com/office/drawing/2014/main" id="{4CBF2560-7AA3-784F-AA5F-77F87102B73A}"/>
                  </a:ext>
                </a:extLst>
              </p:cNvPr>
              <p:cNvSpPr/>
              <p:nvPr/>
            </p:nvSpPr>
            <p:spPr>
              <a:xfrm>
                <a:off x="2675711" y="1318175"/>
                <a:ext cx="136554" cy="1240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1400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135" name="Ellipse 134">
                <a:extLst>
                  <a:ext uri="{FF2B5EF4-FFF2-40B4-BE49-F238E27FC236}">
                    <a16:creationId xmlns:a16="http://schemas.microsoft.com/office/drawing/2014/main" id="{87131727-AF1D-9E40-BD93-D748A540A7EE}"/>
                  </a:ext>
                </a:extLst>
              </p:cNvPr>
              <p:cNvSpPr/>
              <p:nvPr/>
            </p:nvSpPr>
            <p:spPr>
              <a:xfrm>
                <a:off x="1846151" y="1318175"/>
                <a:ext cx="136554" cy="1240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1400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136" name="Ellipse 135">
                <a:extLst>
                  <a:ext uri="{FF2B5EF4-FFF2-40B4-BE49-F238E27FC236}">
                    <a16:creationId xmlns:a16="http://schemas.microsoft.com/office/drawing/2014/main" id="{1803E875-17C5-EF48-8A39-4F69F740033B}"/>
                  </a:ext>
                </a:extLst>
              </p:cNvPr>
              <p:cNvSpPr/>
              <p:nvPr/>
            </p:nvSpPr>
            <p:spPr>
              <a:xfrm>
                <a:off x="2247541" y="1318175"/>
                <a:ext cx="136554" cy="1240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1400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137" name="Ellipse 136">
                <a:extLst>
                  <a:ext uri="{FF2B5EF4-FFF2-40B4-BE49-F238E27FC236}">
                    <a16:creationId xmlns:a16="http://schemas.microsoft.com/office/drawing/2014/main" id="{98F7E99F-CC76-8947-8115-7FF6507639FB}"/>
                  </a:ext>
                </a:extLst>
              </p:cNvPr>
              <p:cNvSpPr/>
              <p:nvPr/>
            </p:nvSpPr>
            <p:spPr>
              <a:xfrm>
                <a:off x="3065703" y="1318175"/>
                <a:ext cx="136554" cy="1240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1400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138" name="Ellipse 137">
                <a:extLst>
                  <a:ext uri="{FF2B5EF4-FFF2-40B4-BE49-F238E27FC236}">
                    <a16:creationId xmlns:a16="http://schemas.microsoft.com/office/drawing/2014/main" id="{326C4250-E743-A744-B172-8C7ADCA65EFB}"/>
                  </a:ext>
                </a:extLst>
              </p:cNvPr>
              <p:cNvSpPr/>
              <p:nvPr/>
            </p:nvSpPr>
            <p:spPr>
              <a:xfrm>
                <a:off x="4632902" y="1318175"/>
                <a:ext cx="136554" cy="1240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1400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139" name="Ellipse 138">
                <a:extLst>
                  <a:ext uri="{FF2B5EF4-FFF2-40B4-BE49-F238E27FC236}">
                    <a16:creationId xmlns:a16="http://schemas.microsoft.com/office/drawing/2014/main" id="{2DD736C9-6B9F-A247-A0A4-2AC67E3798C2}"/>
                  </a:ext>
                </a:extLst>
              </p:cNvPr>
              <p:cNvSpPr/>
              <p:nvPr/>
            </p:nvSpPr>
            <p:spPr>
              <a:xfrm>
                <a:off x="3803342" y="1318175"/>
                <a:ext cx="136554" cy="1240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1400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140" name="Ellipse 139">
                <a:extLst>
                  <a:ext uri="{FF2B5EF4-FFF2-40B4-BE49-F238E27FC236}">
                    <a16:creationId xmlns:a16="http://schemas.microsoft.com/office/drawing/2014/main" id="{8159BC19-A021-1641-BF95-E3D9BF303872}"/>
                  </a:ext>
                </a:extLst>
              </p:cNvPr>
              <p:cNvSpPr/>
              <p:nvPr/>
            </p:nvSpPr>
            <p:spPr>
              <a:xfrm>
                <a:off x="4204732" y="1318175"/>
                <a:ext cx="136554" cy="1240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1400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141" name="Ellipse 140">
                <a:extLst>
                  <a:ext uri="{FF2B5EF4-FFF2-40B4-BE49-F238E27FC236}">
                    <a16:creationId xmlns:a16="http://schemas.microsoft.com/office/drawing/2014/main" id="{C158CA50-75AB-0547-8B38-3AA5F8D7F076}"/>
                  </a:ext>
                </a:extLst>
              </p:cNvPr>
              <p:cNvSpPr/>
              <p:nvPr/>
            </p:nvSpPr>
            <p:spPr>
              <a:xfrm>
                <a:off x="5022894" y="1318175"/>
                <a:ext cx="136554" cy="1240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1400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142" name="ZoneTexte 141">
                <a:extLst>
                  <a:ext uri="{FF2B5EF4-FFF2-40B4-BE49-F238E27FC236}">
                    <a16:creationId xmlns:a16="http://schemas.microsoft.com/office/drawing/2014/main" id="{B3C45453-545C-6942-925E-76A4C849D69C}"/>
                  </a:ext>
                </a:extLst>
              </p:cNvPr>
              <p:cNvSpPr txBox="1"/>
              <p:nvPr/>
            </p:nvSpPr>
            <p:spPr>
              <a:xfrm>
                <a:off x="4316782" y="678637"/>
                <a:ext cx="372295" cy="2831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dirty="0"/>
                  <a:t>♂♀︎︎</a:t>
                </a:r>
              </a:p>
            </p:txBody>
          </p:sp>
          <p:pic>
            <p:nvPicPr>
              <p:cNvPr id="143" name="Image 142">
                <a:extLst>
                  <a:ext uri="{FF2B5EF4-FFF2-40B4-BE49-F238E27FC236}">
                    <a16:creationId xmlns:a16="http://schemas.microsoft.com/office/drawing/2014/main" id="{48A159FA-2246-D040-BC96-49F87E61AF0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 flipH="1">
                <a:off x="2396897" y="714682"/>
                <a:ext cx="276497" cy="236597"/>
              </a:xfrm>
              <a:prstGeom prst="rect">
                <a:avLst/>
              </a:prstGeom>
            </p:spPr>
          </p:pic>
        </p:grpSp>
      </p:grpSp>
      <p:pic>
        <p:nvPicPr>
          <p:cNvPr id="4" name="Image 3">
            <a:extLst>
              <a:ext uri="{FF2B5EF4-FFF2-40B4-BE49-F238E27FC236}">
                <a16:creationId xmlns:a16="http://schemas.microsoft.com/office/drawing/2014/main" id="{EECBA9A3-F819-3B46-9AF6-40E58F7628B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2161" t="58373" r="6465" b="26624"/>
          <a:stretch/>
        </p:blipFill>
        <p:spPr>
          <a:xfrm>
            <a:off x="1534887" y="1542504"/>
            <a:ext cx="2159863" cy="754561"/>
          </a:xfrm>
          <a:prstGeom prst="rect">
            <a:avLst/>
          </a:prstGeom>
        </p:spPr>
      </p:pic>
      <p:pic>
        <p:nvPicPr>
          <p:cNvPr id="144" name="Image 143">
            <a:extLst>
              <a:ext uri="{FF2B5EF4-FFF2-40B4-BE49-F238E27FC236}">
                <a16:creationId xmlns:a16="http://schemas.microsoft.com/office/drawing/2014/main" id="{A3E74FF4-4ED6-AB4E-8E3D-A13851C9D12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rcRect l="18380" t="58373" r="42834" b="26624"/>
          <a:stretch/>
        </p:blipFill>
        <p:spPr>
          <a:xfrm>
            <a:off x="1567891" y="3078591"/>
            <a:ext cx="2024743" cy="754561"/>
          </a:xfrm>
          <a:prstGeom prst="rect">
            <a:avLst/>
          </a:prstGeom>
        </p:spPr>
      </p:pic>
      <p:pic>
        <p:nvPicPr>
          <p:cNvPr id="145" name="Image 144">
            <a:extLst>
              <a:ext uri="{FF2B5EF4-FFF2-40B4-BE49-F238E27FC236}">
                <a16:creationId xmlns:a16="http://schemas.microsoft.com/office/drawing/2014/main" id="{E7E763F9-8E3C-E145-AD04-7506DD29F66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8074" t="32875" r="43140" b="54478"/>
          <a:stretch/>
        </p:blipFill>
        <p:spPr>
          <a:xfrm>
            <a:off x="1538449" y="6043925"/>
            <a:ext cx="2024743" cy="636066"/>
          </a:xfrm>
          <a:prstGeom prst="rect">
            <a:avLst/>
          </a:prstGeom>
        </p:spPr>
      </p:pic>
      <p:pic>
        <p:nvPicPr>
          <p:cNvPr id="146" name="Image 145">
            <a:extLst>
              <a:ext uri="{FF2B5EF4-FFF2-40B4-BE49-F238E27FC236}">
                <a16:creationId xmlns:a16="http://schemas.microsoft.com/office/drawing/2014/main" id="{5943B66C-64E5-8043-AEE2-1CB0DF6563F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2352" t="32875" r="8861" b="54365"/>
          <a:stretch/>
        </p:blipFill>
        <p:spPr>
          <a:xfrm>
            <a:off x="1559217" y="4583525"/>
            <a:ext cx="2024742" cy="641719"/>
          </a:xfrm>
          <a:prstGeom prst="rect">
            <a:avLst/>
          </a:prstGeom>
        </p:spPr>
      </p:pic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id="{2EEB7D70-9D8C-CC44-B44B-EDEAF43E391F}"/>
              </a:ext>
            </a:extLst>
          </p:cNvPr>
          <p:cNvCxnSpPr/>
          <p:nvPr/>
        </p:nvCxnSpPr>
        <p:spPr>
          <a:xfrm flipH="1">
            <a:off x="3063576" y="3224528"/>
            <a:ext cx="107729" cy="1282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Connecteur droit avec flèche 146">
            <a:extLst>
              <a:ext uri="{FF2B5EF4-FFF2-40B4-BE49-F238E27FC236}">
                <a16:creationId xmlns:a16="http://schemas.microsoft.com/office/drawing/2014/main" id="{0A9FA396-AA84-C643-B6ED-9B8244E156A2}"/>
              </a:ext>
            </a:extLst>
          </p:cNvPr>
          <p:cNvCxnSpPr/>
          <p:nvPr/>
        </p:nvCxnSpPr>
        <p:spPr>
          <a:xfrm flipH="1">
            <a:off x="3038681" y="6186514"/>
            <a:ext cx="107729" cy="1282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23842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A25C686-D7A2-A743-82B9-58D7DA684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More PCR on the </a:t>
            </a:r>
            <a:r>
              <a:rPr lang="fr-FR" dirty="0" err="1"/>
              <a:t>intermediate</a:t>
            </a:r>
            <a:r>
              <a:rPr lang="fr-FR" dirty="0"/>
              <a:t> </a:t>
            </a:r>
            <a:r>
              <a:rPr lang="fr-FR" dirty="0" err="1"/>
              <a:t>region</a:t>
            </a:r>
            <a:r>
              <a:rPr lang="fr-FR" dirty="0"/>
              <a:t>, </a:t>
            </a:r>
            <a:r>
              <a:rPr lang="fr-FR" dirty="0" err="1"/>
              <a:t>summary</a:t>
            </a:r>
            <a:r>
              <a:rPr lang="fr-FR" dirty="0"/>
              <a:t> on October13 2022</a:t>
            </a:r>
            <a:br>
              <a:rPr lang="fr-FR" dirty="0"/>
            </a:br>
            <a:r>
              <a:rPr lang="fr-FR" dirty="0"/>
              <a:t>PCR </a:t>
            </a:r>
            <a:r>
              <a:rPr lang="fr-FR" dirty="0" err="1"/>
              <a:t>performed</a:t>
            </a:r>
            <a:r>
              <a:rPr lang="fr-FR" dirty="0"/>
              <a:t> on </a:t>
            </a:r>
            <a:r>
              <a:rPr lang="fr-FR" dirty="0" err="1"/>
              <a:t>our</a:t>
            </a:r>
            <a:r>
              <a:rPr lang="fr-FR" dirty="0"/>
              <a:t> </a:t>
            </a:r>
            <a:r>
              <a:rPr lang="fr-FR" dirty="0" err="1"/>
              <a:t>strains</a:t>
            </a:r>
            <a:r>
              <a:rPr lang="fr-FR" dirty="0"/>
              <a:t> (male and </a:t>
            </a:r>
            <a:r>
              <a:rPr lang="fr-FR" dirty="0" err="1"/>
              <a:t>female</a:t>
            </a:r>
            <a:r>
              <a:rPr lang="fr-FR" dirty="0"/>
              <a:t>)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78D4918-4C64-254A-8F28-8C31EDE8DC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06662"/>
            <a:ext cx="10515600" cy="4351338"/>
          </a:xfrm>
        </p:spPr>
        <p:txBody>
          <a:bodyPr/>
          <a:lstStyle/>
          <a:p>
            <a:r>
              <a:rPr lang="fr-FR" dirty="0" err="1">
                <a:latin typeface="+mj-lt"/>
              </a:rPr>
              <a:t>Using</a:t>
            </a:r>
            <a:r>
              <a:rPr lang="fr-FR" dirty="0">
                <a:latin typeface="+mj-lt"/>
              </a:rPr>
              <a:t> </a:t>
            </a:r>
            <a:r>
              <a:rPr lang="fr-FR" dirty="0" err="1">
                <a:latin typeface="+mj-lt"/>
              </a:rPr>
              <a:t>several</a:t>
            </a:r>
            <a:r>
              <a:rPr lang="fr-FR" dirty="0">
                <a:latin typeface="+mj-lt"/>
              </a:rPr>
              <a:t> couples of </a:t>
            </a:r>
            <a:r>
              <a:rPr lang="fr-FR" dirty="0" err="1">
                <a:latin typeface="+mj-lt"/>
              </a:rPr>
              <a:t>primers</a:t>
            </a:r>
            <a:r>
              <a:rPr lang="fr-FR" dirty="0">
                <a:latin typeface="+mj-lt"/>
              </a:rPr>
              <a:t> on 15115g, in total </a:t>
            </a:r>
            <a:r>
              <a:rPr lang="fr-FR" dirty="0" err="1">
                <a:latin typeface="+mj-lt"/>
              </a:rPr>
              <a:t>we</a:t>
            </a:r>
            <a:r>
              <a:rPr lang="fr-FR" dirty="0">
                <a:latin typeface="+mj-lt"/>
              </a:rPr>
              <a:t> </a:t>
            </a:r>
            <a:r>
              <a:rPr lang="fr-FR" dirty="0" err="1">
                <a:latin typeface="+mj-lt"/>
              </a:rPr>
              <a:t>found</a:t>
            </a:r>
            <a:r>
              <a:rPr lang="fr-FR" dirty="0">
                <a:latin typeface="+mj-lt"/>
              </a:rPr>
              <a:t> </a:t>
            </a:r>
            <a:r>
              <a:rPr lang="fr-FR" dirty="0" err="1">
                <a:latin typeface="+mj-lt"/>
              </a:rPr>
              <a:t>that</a:t>
            </a:r>
            <a:r>
              <a:rPr lang="fr-FR" dirty="0">
                <a:latin typeface="+mj-lt"/>
              </a:rPr>
              <a:t> </a:t>
            </a:r>
            <a:r>
              <a:rPr lang="fr-FR" dirty="0" err="1">
                <a:latin typeface="+mj-lt"/>
              </a:rPr>
              <a:t>it</a:t>
            </a:r>
            <a:r>
              <a:rPr lang="fr-FR" dirty="0">
                <a:latin typeface="+mj-lt"/>
              </a:rPr>
              <a:t> </a:t>
            </a:r>
            <a:r>
              <a:rPr lang="fr-FR" dirty="0" err="1">
                <a:latin typeface="+mj-lt"/>
              </a:rPr>
              <a:t>is</a:t>
            </a:r>
            <a:r>
              <a:rPr lang="fr-FR" dirty="0">
                <a:latin typeface="+mj-lt"/>
              </a:rPr>
              <a:t> </a:t>
            </a:r>
            <a:r>
              <a:rPr lang="fr-FR" dirty="0" err="1">
                <a:latin typeface="+mj-lt"/>
              </a:rPr>
              <a:t>eliminated</a:t>
            </a:r>
            <a:r>
              <a:rPr lang="fr-FR" dirty="0">
                <a:latin typeface="+mj-lt"/>
              </a:rPr>
              <a:t> in 11/21 </a:t>
            </a:r>
            <a:r>
              <a:rPr lang="fr-FR" dirty="0" err="1">
                <a:latin typeface="+mj-lt"/>
              </a:rPr>
              <a:t>females</a:t>
            </a:r>
            <a:r>
              <a:rPr lang="fr-FR" dirty="0">
                <a:latin typeface="+mj-lt"/>
              </a:rPr>
              <a:t> and 17/28 males</a:t>
            </a:r>
          </a:p>
          <a:p>
            <a:r>
              <a:rPr lang="fr-FR" dirty="0" err="1">
                <a:latin typeface="+mj-lt"/>
              </a:rPr>
              <a:t>Using</a:t>
            </a:r>
            <a:r>
              <a:rPr lang="fr-FR" dirty="0">
                <a:latin typeface="+mj-lt"/>
              </a:rPr>
              <a:t> </a:t>
            </a:r>
            <a:r>
              <a:rPr lang="fr-FR" dirty="0" err="1">
                <a:latin typeface="+mj-lt"/>
              </a:rPr>
              <a:t>another</a:t>
            </a:r>
            <a:r>
              <a:rPr lang="fr-FR" dirty="0">
                <a:latin typeface="+mj-lt"/>
              </a:rPr>
              <a:t> locus on the </a:t>
            </a:r>
            <a:r>
              <a:rPr lang="fr-FR" dirty="0" err="1">
                <a:latin typeface="+mj-lt"/>
              </a:rPr>
              <a:t>intermediate</a:t>
            </a:r>
            <a:r>
              <a:rPr lang="fr-FR" dirty="0">
                <a:latin typeface="+mj-lt"/>
              </a:rPr>
              <a:t> </a:t>
            </a:r>
            <a:r>
              <a:rPr lang="fr-FR" dirty="0" err="1">
                <a:latin typeface="+mj-lt"/>
              </a:rPr>
              <a:t>region</a:t>
            </a:r>
            <a:r>
              <a:rPr lang="fr-FR" dirty="0">
                <a:latin typeface="+mj-lt"/>
              </a:rPr>
              <a:t> (</a:t>
            </a:r>
            <a:r>
              <a:rPr lang="fr-FR" dirty="0" err="1">
                <a:latin typeface="+mj-lt"/>
              </a:rPr>
              <a:t>we</a:t>
            </a:r>
            <a:r>
              <a:rPr lang="fr-FR" dirty="0">
                <a:latin typeface="+mj-lt"/>
              </a:rPr>
              <a:t> call PCR3.2): </a:t>
            </a:r>
            <a:r>
              <a:rPr lang="fr-FR" dirty="0" err="1">
                <a:latin typeface="+mj-lt"/>
              </a:rPr>
              <a:t>eliminated</a:t>
            </a:r>
            <a:r>
              <a:rPr lang="fr-FR" dirty="0">
                <a:latin typeface="+mj-lt"/>
              </a:rPr>
              <a:t> in 3/12 </a:t>
            </a:r>
            <a:r>
              <a:rPr lang="fr-FR" dirty="0" err="1">
                <a:latin typeface="+mj-lt"/>
              </a:rPr>
              <a:t>females</a:t>
            </a:r>
            <a:r>
              <a:rPr lang="fr-FR" dirty="0">
                <a:latin typeface="+mj-lt"/>
              </a:rPr>
              <a:t> and 4/12 males</a:t>
            </a:r>
          </a:p>
          <a:p>
            <a:r>
              <a:rPr lang="fr-FR" dirty="0" err="1">
                <a:latin typeface="+mj-lt"/>
              </a:rPr>
              <a:t>Using</a:t>
            </a:r>
            <a:r>
              <a:rPr lang="fr-FR" dirty="0">
                <a:latin typeface="+mj-lt"/>
              </a:rPr>
              <a:t> </a:t>
            </a:r>
            <a:r>
              <a:rPr lang="fr-FR" dirty="0" err="1">
                <a:latin typeface="+mj-lt"/>
              </a:rPr>
              <a:t>another</a:t>
            </a:r>
            <a:r>
              <a:rPr lang="fr-FR" dirty="0">
                <a:latin typeface="+mj-lt"/>
              </a:rPr>
              <a:t> locus on the </a:t>
            </a:r>
            <a:r>
              <a:rPr lang="fr-FR" dirty="0" err="1">
                <a:latin typeface="+mj-lt"/>
              </a:rPr>
              <a:t>intermediate</a:t>
            </a:r>
            <a:r>
              <a:rPr lang="fr-FR" dirty="0">
                <a:latin typeface="+mj-lt"/>
              </a:rPr>
              <a:t> </a:t>
            </a:r>
            <a:r>
              <a:rPr lang="fr-FR" dirty="0" err="1">
                <a:latin typeface="+mj-lt"/>
              </a:rPr>
              <a:t>region</a:t>
            </a:r>
            <a:r>
              <a:rPr lang="fr-FR" dirty="0">
                <a:latin typeface="+mj-lt"/>
              </a:rPr>
              <a:t> (call PCR3.3): </a:t>
            </a:r>
            <a:r>
              <a:rPr lang="fr-FR" dirty="0" err="1">
                <a:latin typeface="+mj-lt"/>
              </a:rPr>
              <a:t>eliminated</a:t>
            </a:r>
            <a:r>
              <a:rPr lang="fr-FR" dirty="0">
                <a:latin typeface="+mj-lt"/>
              </a:rPr>
              <a:t> in 4/13 </a:t>
            </a:r>
            <a:r>
              <a:rPr lang="fr-FR" dirty="0" err="1">
                <a:latin typeface="+mj-lt"/>
              </a:rPr>
              <a:t>females</a:t>
            </a:r>
            <a:r>
              <a:rPr lang="fr-FR" dirty="0">
                <a:latin typeface="+mj-lt"/>
              </a:rPr>
              <a:t> and 4/11 males</a:t>
            </a:r>
          </a:p>
          <a:p>
            <a:endParaRPr lang="fr-FR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968935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61929F6-589E-004B-A6FE-3A21538E7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CONCLUSION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4756F56-DF86-BD42-A59B-6357B09B11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>
                <a:latin typeface="+mj-lt"/>
              </a:rPr>
              <a:t>The GRS4 </a:t>
            </a:r>
            <a:r>
              <a:rPr lang="fr-FR" dirty="0" err="1">
                <a:latin typeface="+mj-lt"/>
              </a:rPr>
              <a:t>region</a:t>
            </a:r>
            <a:r>
              <a:rPr lang="fr-FR" dirty="0">
                <a:latin typeface="+mj-lt"/>
              </a:rPr>
              <a:t> </a:t>
            </a:r>
            <a:r>
              <a:rPr lang="fr-FR" dirty="0" err="1">
                <a:latin typeface="+mj-lt"/>
              </a:rPr>
              <a:t>does</a:t>
            </a:r>
            <a:r>
              <a:rPr lang="fr-FR" dirty="0">
                <a:latin typeface="+mj-lt"/>
              </a:rPr>
              <a:t> not </a:t>
            </a:r>
            <a:r>
              <a:rPr lang="fr-FR" dirty="0" err="1">
                <a:latin typeface="+mj-lt"/>
              </a:rPr>
              <a:t>seem</a:t>
            </a:r>
            <a:r>
              <a:rPr lang="fr-FR" dirty="0">
                <a:latin typeface="+mj-lt"/>
              </a:rPr>
              <a:t> to </a:t>
            </a:r>
            <a:r>
              <a:rPr lang="fr-FR" dirty="0" err="1">
                <a:latin typeface="+mj-lt"/>
              </a:rPr>
              <a:t>be</a:t>
            </a:r>
            <a:r>
              <a:rPr lang="fr-FR" dirty="0">
                <a:latin typeface="+mj-lt"/>
              </a:rPr>
              <a:t> </a:t>
            </a:r>
            <a:r>
              <a:rPr lang="fr-FR" dirty="0" err="1">
                <a:latin typeface="+mj-lt"/>
              </a:rPr>
              <a:t>systematically</a:t>
            </a:r>
            <a:r>
              <a:rPr lang="fr-FR" dirty="0">
                <a:latin typeface="+mj-lt"/>
              </a:rPr>
              <a:t> </a:t>
            </a:r>
            <a:r>
              <a:rPr lang="fr-FR" dirty="0" err="1">
                <a:latin typeface="+mj-lt"/>
              </a:rPr>
              <a:t>eliminated</a:t>
            </a:r>
            <a:r>
              <a:rPr lang="fr-FR" dirty="0">
                <a:latin typeface="+mj-lt"/>
              </a:rPr>
              <a:t> </a:t>
            </a:r>
          </a:p>
          <a:p>
            <a:r>
              <a:rPr lang="fr-FR" dirty="0">
                <a:latin typeface="+mj-lt"/>
              </a:rPr>
              <a:t>The </a:t>
            </a:r>
            <a:r>
              <a:rPr lang="fr-FR" dirty="0" err="1">
                <a:latin typeface="+mj-lt"/>
              </a:rPr>
              <a:t>intermediate</a:t>
            </a:r>
            <a:r>
              <a:rPr lang="fr-FR" dirty="0">
                <a:latin typeface="+mj-lt"/>
              </a:rPr>
              <a:t> </a:t>
            </a:r>
            <a:r>
              <a:rPr lang="fr-FR" dirty="0" err="1">
                <a:latin typeface="+mj-lt"/>
              </a:rPr>
              <a:t>region</a:t>
            </a:r>
            <a:r>
              <a:rPr lang="fr-FR" dirty="0">
                <a:latin typeface="+mj-lt"/>
              </a:rPr>
              <a:t> </a:t>
            </a:r>
            <a:r>
              <a:rPr lang="fr-FR" dirty="0" err="1">
                <a:latin typeface="+mj-lt"/>
              </a:rPr>
              <a:t>seems</a:t>
            </a:r>
            <a:r>
              <a:rPr lang="fr-FR" dirty="0">
                <a:latin typeface="+mj-lt"/>
              </a:rPr>
              <a:t> to </a:t>
            </a:r>
            <a:r>
              <a:rPr lang="fr-FR" dirty="0" err="1">
                <a:latin typeface="+mj-lt"/>
              </a:rPr>
              <a:t>be</a:t>
            </a:r>
            <a:r>
              <a:rPr lang="fr-FR" dirty="0">
                <a:latin typeface="+mj-lt"/>
              </a:rPr>
              <a:t> </a:t>
            </a:r>
            <a:r>
              <a:rPr lang="fr-FR" dirty="0" err="1">
                <a:latin typeface="+mj-lt"/>
              </a:rPr>
              <a:t>eliminated</a:t>
            </a:r>
            <a:r>
              <a:rPr lang="fr-FR" dirty="0">
                <a:latin typeface="+mj-lt"/>
              </a:rPr>
              <a:t> in 50% of </a:t>
            </a:r>
            <a:r>
              <a:rPr lang="fr-FR" dirty="0" err="1">
                <a:latin typeface="+mj-lt"/>
              </a:rPr>
              <a:t>animals</a:t>
            </a:r>
            <a:r>
              <a:rPr lang="fr-FR" dirty="0">
                <a:latin typeface="+mj-lt"/>
              </a:rPr>
              <a:t>, but </a:t>
            </a:r>
            <a:r>
              <a:rPr lang="fr-FR" dirty="0" err="1">
                <a:latin typeface="+mj-lt"/>
              </a:rPr>
              <a:t>this</a:t>
            </a:r>
            <a:r>
              <a:rPr lang="fr-FR" dirty="0">
                <a:latin typeface="+mj-lt"/>
              </a:rPr>
              <a:t> </a:t>
            </a:r>
            <a:r>
              <a:rPr lang="fr-FR" dirty="0" err="1">
                <a:latin typeface="+mj-lt"/>
              </a:rPr>
              <a:t>is</a:t>
            </a:r>
            <a:r>
              <a:rPr lang="fr-FR" dirty="0">
                <a:latin typeface="+mj-lt"/>
              </a:rPr>
              <a:t> </a:t>
            </a:r>
            <a:r>
              <a:rPr lang="fr-FR" dirty="0" err="1">
                <a:latin typeface="+mj-lt"/>
              </a:rPr>
              <a:t>unrelated</a:t>
            </a:r>
            <a:r>
              <a:rPr lang="fr-FR" dirty="0">
                <a:latin typeface="+mj-lt"/>
              </a:rPr>
              <a:t> to </a:t>
            </a:r>
            <a:r>
              <a:rPr lang="fr-FR" dirty="0" err="1">
                <a:latin typeface="+mj-lt"/>
              </a:rPr>
              <a:t>sex</a:t>
            </a:r>
            <a:r>
              <a:rPr lang="fr-FR" dirty="0">
                <a:latin typeface="+mj-lt"/>
              </a:rPr>
              <a:t>. </a:t>
            </a:r>
          </a:p>
          <a:p>
            <a:endParaRPr lang="fr-FR" dirty="0">
              <a:latin typeface="+mj-lt"/>
            </a:endParaRPr>
          </a:p>
          <a:p>
            <a:pPr marL="0" indent="0">
              <a:buNone/>
            </a:pPr>
            <a:r>
              <a:rPr lang="fr-FR" dirty="0">
                <a:latin typeface="+mj-lt"/>
              </a:rPr>
              <a:t>-&gt;</a:t>
            </a:r>
            <a:r>
              <a:rPr lang="fr-FR" dirty="0" err="1">
                <a:latin typeface="+mj-lt"/>
              </a:rPr>
              <a:t>we</a:t>
            </a:r>
            <a:r>
              <a:rPr lang="fr-FR" dirty="0">
                <a:latin typeface="+mj-lt"/>
              </a:rPr>
              <a:t> </a:t>
            </a:r>
            <a:r>
              <a:rPr lang="fr-FR" dirty="0" err="1">
                <a:latin typeface="+mj-lt"/>
              </a:rPr>
              <a:t>could</a:t>
            </a:r>
            <a:r>
              <a:rPr lang="fr-FR" dirty="0">
                <a:latin typeface="+mj-lt"/>
              </a:rPr>
              <a:t> test </a:t>
            </a:r>
            <a:r>
              <a:rPr lang="fr-FR" dirty="0" err="1">
                <a:latin typeface="+mj-lt"/>
              </a:rPr>
              <a:t>whether</a:t>
            </a:r>
            <a:r>
              <a:rPr lang="fr-FR" dirty="0">
                <a:latin typeface="+mj-lt"/>
              </a:rPr>
              <a:t> </a:t>
            </a:r>
            <a:r>
              <a:rPr lang="fr-FR" dirty="0" err="1">
                <a:latin typeface="+mj-lt"/>
              </a:rPr>
              <a:t>this</a:t>
            </a:r>
            <a:r>
              <a:rPr lang="fr-FR" dirty="0">
                <a:latin typeface="+mj-lt"/>
              </a:rPr>
              <a:t> </a:t>
            </a:r>
            <a:r>
              <a:rPr lang="fr-FR" dirty="0" err="1">
                <a:latin typeface="+mj-lt"/>
              </a:rPr>
              <a:t>is</a:t>
            </a:r>
            <a:r>
              <a:rPr lang="fr-FR" dirty="0">
                <a:latin typeface="+mj-lt"/>
              </a:rPr>
              <a:t> </a:t>
            </a:r>
            <a:r>
              <a:rPr lang="fr-FR" dirty="0" err="1">
                <a:latin typeface="+mj-lt"/>
              </a:rPr>
              <a:t>heritable</a:t>
            </a:r>
            <a:r>
              <a:rPr lang="fr-FR" dirty="0">
                <a:latin typeface="+mj-lt"/>
              </a:rPr>
              <a:t> (</a:t>
            </a:r>
            <a:r>
              <a:rPr lang="fr-FR" dirty="0" err="1">
                <a:latin typeface="+mj-lt"/>
              </a:rPr>
              <a:t>because</a:t>
            </a:r>
            <a:r>
              <a:rPr lang="fr-FR" dirty="0">
                <a:latin typeface="+mj-lt"/>
              </a:rPr>
              <a:t> </a:t>
            </a:r>
            <a:r>
              <a:rPr lang="fr-FR" dirty="0" err="1">
                <a:latin typeface="+mj-lt"/>
              </a:rPr>
              <a:t>there</a:t>
            </a:r>
            <a:r>
              <a:rPr lang="fr-FR" dirty="0">
                <a:latin typeface="+mj-lt"/>
              </a:rPr>
              <a:t> </a:t>
            </a:r>
            <a:r>
              <a:rPr lang="fr-FR" dirty="0" err="1">
                <a:latin typeface="+mj-lt"/>
              </a:rPr>
              <a:t>is</a:t>
            </a:r>
            <a:r>
              <a:rPr lang="fr-FR" dirty="0">
                <a:latin typeface="+mj-lt"/>
              </a:rPr>
              <a:t> </a:t>
            </a:r>
            <a:r>
              <a:rPr lang="fr-FR" dirty="0" err="1">
                <a:latin typeface="+mj-lt"/>
              </a:rPr>
              <a:t>heterogeneity</a:t>
            </a:r>
            <a:r>
              <a:rPr lang="fr-FR" dirty="0">
                <a:latin typeface="+mj-lt"/>
              </a:rPr>
              <a:t> in the </a:t>
            </a:r>
            <a:r>
              <a:rPr lang="fr-FR" dirty="0" err="1">
                <a:latin typeface="+mj-lt"/>
              </a:rPr>
              <a:t>popuulation</a:t>
            </a:r>
            <a:r>
              <a:rPr lang="fr-FR" dirty="0">
                <a:latin typeface="+mj-lt"/>
              </a:rPr>
              <a:t>), or </a:t>
            </a:r>
            <a:r>
              <a:rPr lang="fr-FR" dirty="0" err="1">
                <a:latin typeface="+mj-lt"/>
              </a:rPr>
              <a:t>depends</a:t>
            </a:r>
            <a:r>
              <a:rPr lang="fr-FR" dirty="0">
                <a:latin typeface="+mj-lt"/>
              </a:rPr>
              <a:t> on </a:t>
            </a:r>
            <a:r>
              <a:rPr lang="fr-FR" dirty="0" err="1">
                <a:latin typeface="+mj-lt"/>
              </a:rPr>
              <a:t>environment</a:t>
            </a:r>
            <a:r>
              <a:rPr lang="fr-FR" dirty="0">
                <a:latin typeface="+mj-lt"/>
              </a:rPr>
              <a:t> (</a:t>
            </a:r>
            <a:r>
              <a:rPr lang="fr-FR" dirty="0" err="1">
                <a:latin typeface="+mj-lt"/>
              </a:rPr>
              <a:t>depends</a:t>
            </a:r>
            <a:r>
              <a:rPr lang="fr-FR" dirty="0">
                <a:latin typeface="+mj-lt"/>
              </a:rPr>
              <a:t> how </a:t>
            </a:r>
            <a:r>
              <a:rPr lang="fr-FR" dirty="0" err="1">
                <a:latin typeface="+mj-lt"/>
              </a:rPr>
              <a:t>was</a:t>
            </a:r>
            <a:r>
              <a:rPr lang="fr-FR" dirty="0">
                <a:latin typeface="+mj-lt"/>
              </a:rPr>
              <a:t> the plate at time of </a:t>
            </a:r>
            <a:r>
              <a:rPr lang="fr-FR" dirty="0" err="1">
                <a:latin typeface="+mj-lt"/>
              </a:rPr>
              <a:t>elimination</a:t>
            </a:r>
            <a:r>
              <a:rPr lang="fr-FR" dirty="0">
                <a:latin typeface="+mj-lt"/>
              </a:rPr>
              <a:t> for a </a:t>
            </a:r>
            <a:r>
              <a:rPr lang="fr-FR" dirty="0" err="1">
                <a:latin typeface="+mj-lt"/>
              </a:rPr>
              <a:t>given</a:t>
            </a:r>
            <a:r>
              <a:rPr lang="fr-FR" dirty="0">
                <a:latin typeface="+mj-lt"/>
              </a:rPr>
              <a:t> </a:t>
            </a:r>
            <a:r>
              <a:rPr lang="fr-FR" dirty="0" err="1">
                <a:latin typeface="+mj-lt"/>
              </a:rPr>
              <a:t>embryo</a:t>
            </a:r>
            <a:r>
              <a:rPr lang="fr-FR" dirty="0">
                <a:latin typeface="+mj-lt"/>
              </a:rPr>
              <a:t> !?)</a:t>
            </a:r>
          </a:p>
        </p:txBody>
      </p:sp>
    </p:spTree>
    <p:extLst>
      <p:ext uri="{BB962C8B-B14F-4D97-AF65-F5344CB8AC3E}">
        <p14:creationId xmlns:p14="http://schemas.microsoft.com/office/powerpoint/2010/main" val="320800821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1031</TotalTime>
  <Words>713</Words>
  <Application>Microsoft Macintosh PowerPoint</Application>
  <PresentationFormat>Grand écran</PresentationFormat>
  <Paragraphs>323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Thème Office</vt:lpstr>
      <vt:lpstr>Présentation PowerPoint</vt:lpstr>
      <vt:lpstr>Présentation PowerPoint</vt:lpstr>
      <vt:lpstr>Présentation PowerPoint</vt:lpstr>
      <vt:lpstr>Présentation PowerPoint</vt:lpstr>
      <vt:lpstr>More PCR on the intermediate region, summary on October13 2022 PCR performed on our strains (male and female)</vt:lpstr>
      <vt:lpstr>CONCLUSION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Microsoft Office User</dc:creator>
  <cp:lastModifiedBy>Microsoft Office User</cp:lastModifiedBy>
  <cp:revision>12</cp:revision>
  <dcterms:created xsi:type="dcterms:W3CDTF">2022-10-13T15:14:16Z</dcterms:created>
  <dcterms:modified xsi:type="dcterms:W3CDTF">2022-10-14T08:26:08Z</dcterms:modified>
</cp:coreProperties>
</file>